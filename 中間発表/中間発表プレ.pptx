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E02BB-E204-4495-8DCF-5965BA8354DD}" v="4" dt="2026-07-24T12:32:18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091" autoAdjust="0"/>
  </p:normalViewPr>
  <p:slideViewPr>
    <p:cSldViewPr snapToGrid="0">
      <p:cViewPr varScale="1">
        <p:scale>
          <a:sx n="81" d="100"/>
          <a:sy n="81" d="100"/>
        </p:scale>
        <p:origin x="17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蒼太 石田" userId="9ce2a85639c7f04e" providerId="LiveId" clId="{D8F4C1B3-BE05-4425-9C9A-85BF810AB0AF}"/>
    <pc:docChg chg="undo custSel addSld modSld">
      <pc:chgData name="蒼太 石田" userId="9ce2a85639c7f04e" providerId="LiveId" clId="{D8F4C1B3-BE05-4425-9C9A-85BF810AB0AF}" dt="2026-07-24T12:32:42.612" v="649" actId="20577"/>
      <pc:docMkLst>
        <pc:docMk/>
      </pc:docMkLst>
      <pc:sldChg chg="modSp mod modNotesTx">
        <pc:chgData name="蒼太 石田" userId="9ce2a85639c7f04e" providerId="LiveId" clId="{D8F4C1B3-BE05-4425-9C9A-85BF810AB0AF}" dt="2026-07-24T12:20:25.790" v="560" actId="20577"/>
        <pc:sldMkLst>
          <pc:docMk/>
          <pc:sldMk cId="2777435793" sldId="256"/>
        </pc:sldMkLst>
        <pc:spChg chg="mod">
          <ac:chgData name="蒼太 石田" userId="9ce2a85639c7f04e" providerId="LiveId" clId="{D8F4C1B3-BE05-4425-9C9A-85BF810AB0AF}" dt="2026-07-20T13:52:03.365" v="373" actId="13926"/>
          <ac:spMkLst>
            <pc:docMk/>
            <pc:sldMk cId="2777435793" sldId="256"/>
            <ac:spMk id="3" creationId="{8DB3F56F-B66E-D31D-E538-BE2B957E4A18}"/>
          </ac:spMkLst>
        </pc:spChg>
      </pc:sldChg>
      <pc:sldChg chg="modSp mod modNotesTx">
        <pc:chgData name="蒼太 石田" userId="9ce2a85639c7f04e" providerId="LiveId" clId="{D8F4C1B3-BE05-4425-9C9A-85BF810AB0AF}" dt="2026-07-24T12:25:34.635" v="588" actId="255"/>
        <pc:sldMkLst>
          <pc:docMk/>
          <pc:sldMk cId="1686323843" sldId="257"/>
        </pc:sldMkLst>
        <pc:spChg chg="mod">
          <ac:chgData name="蒼太 石田" userId="9ce2a85639c7f04e" providerId="LiveId" clId="{D8F4C1B3-BE05-4425-9C9A-85BF810AB0AF}" dt="2026-07-24T12:10:15.332" v="404" actId="20577"/>
          <ac:spMkLst>
            <pc:docMk/>
            <pc:sldMk cId="1686323843" sldId="257"/>
            <ac:spMk id="3" creationId="{DCE3ED10-5BD6-A902-745B-775CFBE6A687}"/>
          </ac:spMkLst>
        </pc:spChg>
        <pc:spChg chg="mod">
          <ac:chgData name="蒼太 石田" userId="9ce2a85639c7f04e" providerId="LiveId" clId="{D8F4C1B3-BE05-4425-9C9A-85BF810AB0AF}" dt="2026-07-24T12:25:34.635" v="588" actId="255"/>
          <ac:spMkLst>
            <pc:docMk/>
            <pc:sldMk cId="1686323843" sldId="257"/>
            <ac:spMk id="4" creationId="{4CD8D7F7-5ABB-612C-39EA-8F2942E3D189}"/>
          </ac:spMkLst>
        </pc:spChg>
        <pc:picChg chg="mod">
          <ac:chgData name="蒼太 石田" userId="9ce2a85639c7f04e" providerId="LiveId" clId="{D8F4C1B3-BE05-4425-9C9A-85BF810AB0AF}" dt="2026-07-24T12:10:19.517" v="405" actId="1076"/>
          <ac:picMkLst>
            <pc:docMk/>
            <pc:sldMk cId="1686323843" sldId="257"/>
            <ac:picMk id="6" creationId="{D37C4A2A-712C-2246-6C1A-F4094D0AD486}"/>
          </ac:picMkLst>
        </pc:picChg>
      </pc:sldChg>
      <pc:sldChg chg="modSp mod modNotesTx">
        <pc:chgData name="蒼太 石田" userId="9ce2a85639c7f04e" providerId="LiveId" clId="{D8F4C1B3-BE05-4425-9C9A-85BF810AB0AF}" dt="2026-07-24T12:25:40.632" v="589" actId="255"/>
        <pc:sldMkLst>
          <pc:docMk/>
          <pc:sldMk cId="2156091255" sldId="258"/>
        </pc:sldMkLst>
        <pc:spChg chg="mod">
          <ac:chgData name="蒼太 石田" userId="9ce2a85639c7f04e" providerId="LiveId" clId="{D8F4C1B3-BE05-4425-9C9A-85BF810AB0AF}" dt="2026-07-24T12:16:22.190" v="409" actId="20577"/>
          <ac:spMkLst>
            <pc:docMk/>
            <pc:sldMk cId="2156091255" sldId="258"/>
            <ac:spMk id="3" creationId="{3C259AAE-D2C6-C701-6713-3C32C833C49B}"/>
          </ac:spMkLst>
        </pc:spChg>
        <pc:spChg chg="mod">
          <ac:chgData name="蒼太 石田" userId="9ce2a85639c7f04e" providerId="LiveId" clId="{D8F4C1B3-BE05-4425-9C9A-85BF810AB0AF}" dt="2026-07-24T12:25:40.632" v="589" actId="255"/>
          <ac:spMkLst>
            <pc:docMk/>
            <pc:sldMk cId="2156091255" sldId="258"/>
            <ac:spMk id="4" creationId="{AA059146-6C92-0E42-B41C-D6CE2584D898}"/>
          </ac:spMkLst>
        </pc:spChg>
        <pc:spChg chg="mod">
          <ac:chgData name="蒼太 石田" userId="9ce2a85639c7f04e" providerId="LiveId" clId="{D8F4C1B3-BE05-4425-9C9A-85BF810AB0AF}" dt="2026-07-24T12:25:21.010" v="587" actId="20577"/>
          <ac:spMkLst>
            <pc:docMk/>
            <pc:sldMk cId="2156091255" sldId="258"/>
            <ac:spMk id="8" creationId="{AC727B8E-0E25-255E-2059-E8C0267FA64D}"/>
          </ac:spMkLst>
        </pc:spChg>
      </pc:sldChg>
      <pc:sldChg chg="modSp mod modNotesTx">
        <pc:chgData name="蒼太 石田" userId="9ce2a85639c7f04e" providerId="LiveId" clId="{D8F4C1B3-BE05-4425-9C9A-85BF810AB0AF}" dt="2026-07-24T12:25:50.762" v="591" actId="255"/>
        <pc:sldMkLst>
          <pc:docMk/>
          <pc:sldMk cId="1188159391" sldId="259"/>
        </pc:sldMkLst>
        <pc:spChg chg="mod">
          <ac:chgData name="蒼太 石田" userId="9ce2a85639c7f04e" providerId="LiveId" clId="{D8F4C1B3-BE05-4425-9C9A-85BF810AB0AF}" dt="2026-07-24T12:25:50.762" v="591" actId="255"/>
          <ac:spMkLst>
            <pc:docMk/>
            <pc:sldMk cId="1188159391" sldId="259"/>
            <ac:spMk id="4" creationId="{A9F476F0-ECE1-58F5-0E3D-D68AE17C58CB}"/>
          </ac:spMkLst>
        </pc:spChg>
      </pc:sldChg>
      <pc:sldChg chg="addSp modSp mod modShow">
        <pc:chgData name="蒼太 石田" userId="9ce2a85639c7f04e" providerId="LiveId" clId="{D8F4C1B3-BE05-4425-9C9A-85BF810AB0AF}" dt="2026-07-24T12:09:47.068" v="374" actId="729"/>
        <pc:sldMkLst>
          <pc:docMk/>
          <pc:sldMk cId="1364548614" sldId="260"/>
        </pc:sldMkLst>
        <pc:spChg chg="mod">
          <ac:chgData name="蒼太 石田" userId="9ce2a85639c7f04e" providerId="LiveId" clId="{D8F4C1B3-BE05-4425-9C9A-85BF810AB0AF}" dt="2026-07-20T13:47:08.323" v="301" actId="20577"/>
          <ac:spMkLst>
            <pc:docMk/>
            <pc:sldMk cId="1364548614" sldId="260"/>
            <ac:spMk id="3" creationId="{63AD6D93-7DCE-376E-5B60-EB1BD3EAAF6E}"/>
          </ac:spMkLst>
        </pc:spChg>
        <pc:spChg chg="add mod">
          <ac:chgData name="蒼太 石田" userId="9ce2a85639c7f04e" providerId="LiveId" clId="{D8F4C1B3-BE05-4425-9C9A-85BF810AB0AF}" dt="2026-07-20T13:51:48.707" v="372" actId="20577"/>
          <ac:spMkLst>
            <pc:docMk/>
            <pc:sldMk cId="1364548614" sldId="260"/>
            <ac:spMk id="5" creationId="{88ABFB45-80D7-E09A-311A-FD10B3C1596C}"/>
          </ac:spMkLst>
        </pc:spChg>
      </pc:sldChg>
      <pc:sldChg chg="modSp mod">
        <pc:chgData name="蒼太 石田" userId="9ce2a85639c7f04e" providerId="LiveId" clId="{D8F4C1B3-BE05-4425-9C9A-85BF810AB0AF}" dt="2026-07-24T12:26:08.982" v="594" actId="20577"/>
        <pc:sldMkLst>
          <pc:docMk/>
          <pc:sldMk cId="3891060434" sldId="261"/>
        </pc:sldMkLst>
        <pc:spChg chg="mod">
          <ac:chgData name="蒼太 石田" userId="9ce2a85639c7f04e" providerId="LiveId" clId="{D8F4C1B3-BE05-4425-9C9A-85BF810AB0AF}" dt="2026-07-20T13:51:11.146" v="371" actId="20577"/>
          <ac:spMkLst>
            <pc:docMk/>
            <pc:sldMk cId="3891060434" sldId="261"/>
            <ac:spMk id="3" creationId="{9F6418CA-41C4-A4D2-19C0-5F81CBFDC162}"/>
          </ac:spMkLst>
        </pc:spChg>
        <pc:spChg chg="mod">
          <ac:chgData name="蒼太 石田" userId="9ce2a85639c7f04e" providerId="LiveId" clId="{D8F4C1B3-BE05-4425-9C9A-85BF810AB0AF}" dt="2026-07-24T12:26:08.982" v="594" actId="20577"/>
          <ac:spMkLst>
            <pc:docMk/>
            <pc:sldMk cId="3891060434" sldId="261"/>
            <ac:spMk id="4" creationId="{6153BA4E-9883-B99B-B80A-B19C74A1D745}"/>
          </ac:spMkLst>
        </pc:spChg>
      </pc:sldChg>
      <pc:sldChg chg="mod modShow">
        <pc:chgData name="蒼太 石田" userId="9ce2a85639c7f04e" providerId="LiveId" clId="{D8F4C1B3-BE05-4425-9C9A-85BF810AB0AF}" dt="2026-07-24T12:09:53.350" v="375" actId="729"/>
        <pc:sldMkLst>
          <pc:docMk/>
          <pc:sldMk cId="3221706869" sldId="262"/>
        </pc:sldMkLst>
      </pc:sldChg>
      <pc:sldChg chg="modSp mod">
        <pc:chgData name="蒼太 石田" userId="9ce2a85639c7f04e" providerId="LiveId" clId="{D8F4C1B3-BE05-4425-9C9A-85BF810AB0AF}" dt="2026-07-24T12:26:26.476" v="596" actId="255"/>
        <pc:sldMkLst>
          <pc:docMk/>
          <pc:sldMk cId="3949929986" sldId="263"/>
        </pc:sldMkLst>
        <pc:spChg chg="mod">
          <ac:chgData name="蒼太 石田" userId="9ce2a85639c7f04e" providerId="LiveId" clId="{D8F4C1B3-BE05-4425-9C9A-85BF810AB0AF}" dt="2026-07-24T12:26:26.476" v="596" actId="255"/>
          <ac:spMkLst>
            <pc:docMk/>
            <pc:sldMk cId="3949929986" sldId="263"/>
            <ac:spMk id="4" creationId="{A7C27DD5-347B-6E28-632A-1E2A844C7AA2}"/>
          </ac:spMkLst>
        </pc:spChg>
      </pc:sldChg>
      <pc:sldChg chg="modSp mod">
        <pc:chgData name="蒼太 石田" userId="9ce2a85639c7f04e" providerId="LiveId" clId="{D8F4C1B3-BE05-4425-9C9A-85BF810AB0AF}" dt="2026-07-24T12:26:35.999" v="599" actId="20577"/>
        <pc:sldMkLst>
          <pc:docMk/>
          <pc:sldMk cId="581356740" sldId="264"/>
        </pc:sldMkLst>
        <pc:spChg chg="mod">
          <ac:chgData name="蒼太 石田" userId="9ce2a85639c7f04e" providerId="LiveId" clId="{D8F4C1B3-BE05-4425-9C9A-85BF810AB0AF}" dt="2026-07-24T12:26:35.999" v="599" actId="20577"/>
          <ac:spMkLst>
            <pc:docMk/>
            <pc:sldMk cId="581356740" sldId="264"/>
            <ac:spMk id="4" creationId="{C8882C9A-AFC7-CB8C-8D8C-C37422BE4BA5}"/>
          </ac:spMkLst>
        </pc:spChg>
      </pc:sldChg>
      <pc:sldChg chg="modSp mod">
        <pc:chgData name="蒼太 石田" userId="9ce2a85639c7f04e" providerId="LiveId" clId="{D8F4C1B3-BE05-4425-9C9A-85BF810AB0AF}" dt="2026-07-24T12:26:45.455" v="601" actId="255"/>
        <pc:sldMkLst>
          <pc:docMk/>
          <pc:sldMk cId="634203300" sldId="265"/>
        </pc:sldMkLst>
        <pc:spChg chg="mod">
          <ac:chgData name="蒼太 石田" userId="9ce2a85639c7f04e" providerId="LiveId" clId="{D8F4C1B3-BE05-4425-9C9A-85BF810AB0AF}" dt="2026-07-24T12:26:45.455" v="601" actId="255"/>
          <ac:spMkLst>
            <pc:docMk/>
            <pc:sldMk cId="634203300" sldId="265"/>
            <ac:spMk id="4" creationId="{53D633BE-9623-2443-2CCA-D75D72F375B7}"/>
          </ac:spMkLst>
        </pc:spChg>
      </pc:sldChg>
      <pc:sldChg chg="modSp mod modNotesTx">
        <pc:chgData name="蒼太 石田" userId="9ce2a85639c7f04e" providerId="LiveId" clId="{D8F4C1B3-BE05-4425-9C9A-85BF810AB0AF}" dt="2026-07-24T12:25:46.233" v="590" actId="255"/>
        <pc:sldMkLst>
          <pc:docMk/>
          <pc:sldMk cId="83561310" sldId="266"/>
        </pc:sldMkLst>
        <pc:spChg chg="mod">
          <ac:chgData name="蒼太 石田" userId="9ce2a85639c7f04e" providerId="LiveId" clId="{D8F4C1B3-BE05-4425-9C9A-85BF810AB0AF}" dt="2026-07-24T12:25:46.233" v="590" actId="255"/>
          <ac:spMkLst>
            <pc:docMk/>
            <pc:sldMk cId="83561310" sldId="266"/>
            <ac:spMk id="4" creationId="{DB8D0006-4A9A-654A-0AEE-38656670661C}"/>
          </ac:spMkLst>
        </pc:spChg>
      </pc:sldChg>
      <pc:sldChg chg="addSp delSp modSp new mod">
        <pc:chgData name="蒼太 石田" userId="9ce2a85639c7f04e" providerId="LiveId" clId="{D8F4C1B3-BE05-4425-9C9A-85BF810AB0AF}" dt="2026-07-24T12:32:42.612" v="649" actId="20577"/>
        <pc:sldMkLst>
          <pc:docMk/>
          <pc:sldMk cId="1176694811" sldId="267"/>
        </pc:sldMkLst>
        <pc:spChg chg="mod">
          <ac:chgData name="蒼太 石田" userId="9ce2a85639c7f04e" providerId="LiveId" clId="{D8F4C1B3-BE05-4425-9C9A-85BF810AB0AF}" dt="2026-07-24T12:27:05.112" v="623" actId="20577"/>
          <ac:spMkLst>
            <pc:docMk/>
            <pc:sldMk cId="1176694811" sldId="267"/>
            <ac:spMk id="2" creationId="{E430AC8C-1857-64D4-8A9D-DDDF38CCFA3F}"/>
          </ac:spMkLst>
        </pc:spChg>
        <pc:spChg chg="mod">
          <ac:chgData name="蒼太 石田" userId="9ce2a85639c7f04e" providerId="LiveId" clId="{D8F4C1B3-BE05-4425-9C9A-85BF810AB0AF}" dt="2026-07-24T12:32:42.612" v="649" actId="20577"/>
          <ac:spMkLst>
            <pc:docMk/>
            <pc:sldMk cId="1176694811" sldId="267"/>
            <ac:spMk id="3" creationId="{64E637B2-9E5E-8C73-0896-C3F0F02176BD}"/>
          </ac:spMkLst>
        </pc:spChg>
        <pc:spChg chg="mod">
          <ac:chgData name="蒼太 石田" userId="9ce2a85639c7f04e" providerId="LiveId" clId="{D8F4C1B3-BE05-4425-9C9A-85BF810AB0AF}" dt="2026-07-24T12:27:21.485" v="627" actId="255"/>
          <ac:spMkLst>
            <pc:docMk/>
            <pc:sldMk cId="1176694811" sldId="267"/>
            <ac:spMk id="4" creationId="{A86B4BC8-20A6-5F22-BB93-C48131387863}"/>
          </ac:spMkLst>
        </pc:spChg>
        <pc:spChg chg="add del">
          <ac:chgData name="蒼太 石田" userId="9ce2a85639c7f04e" providerId="LiveId" clId="{D8F4C1B3-BE05-4425-9C9A-85BF810AB0AF}" dt="2026-07-24T12:31:37.481" v="629" actId="21"/>
          <ac:spMkLst>
            <pc:docMk/>
            <pc:sldMk cId="1176694811" sldId="267"/>
            <ac:spMk id="6" creationId="{5412A318-1075-7564-F129-B81F43F25C46}"/>
          </ac:spMkLst>
        </pc:spChg>
        <pc:spChg chg="add del">
          <ac:chgData name="蒼太 石田" userId="9ce2a85639c7f04e" providerId="LiveId" clId="{D8F4C1B3-BE05-4425-9C9A-85BF810AB0AF}" dt="2026-07-24T12:31:57.032" v="632" actId="21"/>
          <ac:spMkLst>
            <pc:docMk/>
            <pc:sldMk cId="1176694811" sldId="267"/>
            <ac:spMk id="8" creationId="{6E838D15-F8CD-801B-A8D7-C60457B74CFD}"/>
          </ac:spMkLst>
        </pc:spChg>
        <pc:spChg chg="add del">
          <ac:chgData name="蒼太 石田" userId="9ce2a85639c7f04e" providerId="LiveId" clId="{D8F4C1B3-BE05-4425-9C9A-85BF810AB0AF}" dt="2026-07-24T12:32:24.879" v="635" actId="21"/>
          <ac:spMkLst>
            <pc:docMk/>
            <pc:sldMk cId="1176694811" sldId="267"/>
            <ac:spMk id="10" creationId="{F897AE39-F041-DD6A-8F08-0FA77E8703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5DF8C-E418-4534-8612-D945F4B655B4}" type="datetimeFigureOut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BA536-5C91-4306-AD82-45D7892F1C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10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10s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BA536-5C91-4306-AD82-45D7892F1C3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3753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20s</a:t>
            </a:r>
          </a:p>
          <a:p>
            <a:r>
              <a:rPr kumimoji="1" lang="ja-JP" altLang="en-US" dirty="0"/>
              <a:t>生物は進化によって環境に適応する。</a:t>
            </a:r>
            <a:endParaRPr kumimoji="1" lang="en-US" altLang="ja-JP" dirty="0"/>
          </a:p>
          <a:p>
            <a:r>
              <a:rPr kumimoji="1" lang="ja-JP" altLang="en-US" dirty="0"/>
              <a:t>遺伝子ドライブを組み込み</a:t>
            </a:r>
            <a:r>
              <a:rPr kumimoji="1" lang="en-US" altLang="ja-JP" dirty="0"/>
              <a:t>GA</a:t>
            </a:r>
            <a:r>
              <a:rPr kumimoji="1" lang="ja-JP" altLang="en-US" dirty="0"/>
              <a:t>をもちいてシミュレーションし影響を解析する。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BA536-5C91-4306-AD82-45D7892F1C3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551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BA536-5C91-4306-AD82-45D7892F1C3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118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BA536-5C91-4306-AD82-45D7892F1C3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1095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20s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BA536-5C91-4306-AD82-45D7892F1C3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68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EB503D-7FC9-D349-5B45-1E6F7C8F6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95744F-1367-A380-667C-2BEC96061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62252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7A1D8C-D91E-45D3-AFFA-7FD72D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045463-4E41-6A14-E00D-10082D9E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0F1F93-25E3-08EB-A066-51BFAC728E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1FDA50-B7BD-49E3-B22B-922FE8745A07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31B4C-F302-0FFD-13A6-B072E9AB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5F306B-CF05-69FB-EC54-A6CD28E9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51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7A5240-5600-6354-3D42-B4CBCCAFB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65B184-880A-B94D-38FF-D82D57C0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0E6DC8-3AE1-AACF-51D9-CF0BC9F8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E4CFE7-2DE9-490B-9ED2-AE68D302822A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B89012-6A7F-1F6B-C439-80A2AAA6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F02B10-7A77-6BCC-8379-34D88B1B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88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AF6B01-8483-BCBC-D4A3-D24DAC521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99ABCB-8CBA-32F9-06E1-624E32731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DE08809C-F3BC-1F6E-0B63-C2C7ED7D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5141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EC4891-A125-FA62-D2C5-14EDE1A36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5CA3FB-6885-D110-E696-494EADF42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F87513-F84A-E004-3687-F69C34CCC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0F4EA1F-CAC2-73A0-F52D-C3D187588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456D5C-6A03-A6DB-5D69-2DE9AAAA6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AA528D-6831-6EF8-31E9-29C019B5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C58B3A0-779B-491E-9923-9C13B16489DB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C9782B-FC57-A85D-F4E3-64A21CDC2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0BC796-3B84-9D37-F3DE-34022788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15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B42A73-283D-97CA-EF6B-D98C999D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83DE13-C4E8-FA08-7AE6-EED88A93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826157-9443-49FF-8831-FE0D133AD49B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24B6AA-3ADF-42AB-3644-5168E63B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D6938B-422B-2FF9-B68A-802C0AAA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98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413EC9-8264-A48A-6824-6CC7859E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957DC-8752-441A-B704-F35527392369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1FBF63-B5FB-DDD4-99D1-F1506E1E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7F70B55-EFC8-7D3D-0003-C9C374C9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15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65562-0C84-502D-6C7B-CCD45B60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06577D-13BB-5BAB-A8C8-2C0D2383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59F517-EDE6-86E1-A814-F13963323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53E973-84FE-941F-286C-BE659C1C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B65078-4362-421A-BD33-5B153ADA880A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B2BA91-3192-64A8-D01D-77DAB3EC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32AA41-30A4-2567-3F3B-0F7CF8BE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04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C5CD2-156A-7234-8676-41A597CD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DC82A0-CDBD-2974-51D9-7EEBB05CD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892E95-144D-C203-9567-6DF9D82B3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8B31AC-2B40-F2D3-A701-FB75815D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FCF46B-D2D4-4FD5-9765-6741783249E2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C416A1-16F0-8E6B-66D0-3C70604B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554F8F-ED99-CC1A-09E1-27A723E9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19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87635-9D3A-A926-99F3-DB7CBDC2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F5377A-B930-988E-79CA-E18CC0B5E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6270AA-BB89-CA62-90E0-FBED51BC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4C8660-A5CD-43EA-8D36-554F11A80084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FF9EE9-C507-49A7-1DFB-CC55C0BF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AEFF27-5EAA-2478-5C09-10028E74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691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91B65D-CF5E-94E5-8D0E-5E2564FA8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AA3D9C5-95D7-76BD-172D-D18AE72CA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DB5B2E-808A-0035-6A82-27EA7250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F5B55C-1752-4D90-8A8A-DAFBA56962BF}" type="datetime1">
              <a:rPr kumimoji="1" lang="ja-JP" altLang="en-US" smtClean="0"/>
              <a:t>2026/7/24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A073CA-108A-00F3-DDB6-79AE470E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359028-6AC4-5F23-F6C3-54BB5705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FAAE-71E7-4176-8EE9-2D027A97A85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95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D052E5D-3C67-76C8-89D0-1CF64144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B1683B-ED78-8CB7-2B61-15072F329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D7E941-79C6-92A1-A14E-DF498BF38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7797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x.gd/yyei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2BEF0-B36A-7A22-4711-A7A910179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  <a:noFill/>
        </p:spPr>
        <p:txBody>
          <a:bodyPr>
            <a:normAutofit/>
          </a:bodyPr>
          <a:lstStyle/>
          <a:p>
            <a:r>
              <a:rPr kumimoji="1" lang="ja-JP" altLang="en-US" sz="5400" dirty="0"/>
              <a:t>遺伝子ドライブを組み込んだ</a:t>
            </a:r>
            <a:br>
              <a:rPr kumimoji="1" lang="en-US" altLang="ja-JP" sz="5400" dirty="0"/>
            </a:br>
            <a:r>
              <a:rPr kumimoji="1" lang="ja-JP" altLang="en-US" sz="5400" dirty="0"/>
              <a:t>人工生命シミュレーション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B3F56F-B66E-D31D-E538-BE2B957E4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6982"/>
            <a:ext cx="9144000" cy="1350818"/>
          </a:xfrm>
        </p:spPr>
        <p:txBody>
          <a:bodyPr/>
          <a:lstStyle/>
          <a:p>
            <a:r>
              <a:rPr lang="ja-JP" altLang="en-US" dirty="0"/>
              <a:t>染谷研究室　</a:t>
            </a:r>
            <a:r>
              <a:rPr lang="en-US" altLang="ja-JP" dirty="0"/>
              <a:t>3CDI1201</a:t>
            </a:r>
            <a:r>
              <a:rPr lang="ja-JP" altLang="en-US" dirty="0"/>
              <a:t>　石田 蒼太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743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B8BE35-7CF4-3316-231A-02659095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dirty="0"/>
              <a:t>　</a:t>
            </a:r>
            <a:r>
              <a:rPr kumimoji="1" lang="ja-JP" altLang="en-US" sz="4800" dirty="0"/>
              <a:t>研究背景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E3ED10-5BD6-A902-745B-775CFBE6A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〇生物が進化によって環境に適応する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〇</a:t>
            </a:r>
            <a:r>
              <a:rPr kumimoji="1" lang="ja-JP" altLang="en-US" dirty="0"/>
              <a:t>その仕組みをコンピュータ上で再現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〇</a:t>
            </a:r>
            <a:r>
              <a:rPr kumimoji="1" lang="ja-JP" altLang="en-US" dirty="0"/>
              <a:t>遺伝子ドライブによる影響の解析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　　　　　　↓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>
                <a:highlight>
                  <a:srgbClr val="FFFF00"/>
                </a:highlight>
              </a:rPr>
              <a:t>GA(</a:t>
            </a:r>
            <a:r>
              <a:rPr kumimoji="1" lang="ja-JP" altLang="en-US" dirty="0">
                <a:highlight>
                  <a:srgbClr val="FFFF00"/>
                </a:highlight>
              </a:rPr>
              <a:t>遺伝的アルゴリズム</a:t>
            </a:r>
            <a:r>
              <a:rPr kumimoji="1" lang="en-US" altLang="ja-JP" dirty="0">
                <a:highlight>
                  <a:srgbClr val="FFFF00"/>
                </a:highlight>
              </a:rPr>
              <a:t>)</a:t>
            </a:r>
            <a:r>
              <a:rPr kumimoji="1" lang="ja-JP" altLang="en-US" dirty="0"/>
              <a:t>を用いて進化をシミュレーション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D8D7F7-5ABB-612C-39EA-8F2942E3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ja-JP" altLang="en-US" sz="2000" dirty="0"/>
              <a:t>１</a:t>
            </a:r>
            <a:endParaRPr kumimoji="1" lang="ja-JP" altLang="en-US" sz="2000" dirty="0"/>
          </a:p>
        </p:txBody>
      </p:sp>
      <p:pic>
        <p:nvPicPr>
          <p:cNvPr id="6" name="Picture 2" descr="DNAのイラスト">
            <a:extLst>
              <a:ext uri="{FF2B5EF4-FFF2-40B4-BE49-F238E27FC236}">
                <a16:creationId xmlns:a16="http://schemas.microsoft.com/office/drawing/2014/main" id="{D37C4A2A-712C-2246-6C1A-F4094D0AD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669" y="2303029"/>
            <a:ext cx="2495071" cy="302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632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F9D64A-53CF-CAC7-0C15-F8C4C3C36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遺伝子ドライブ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259AAE-D2C6-C701-6713-3C32C833C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〇遺伝子ドライブとは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ある遺伝要素が子に</a:t>
            </a:r>
            <a:r>
              <a:rPr kumimoji="1" lang="ja-JP" altLang="en-US" dirty="0">
                <a:highlight>
                  <a:srgbClr val="FFFF00"/>
                </a:highlight>
              </a:rPr>
              <a:t>継承される確率を上昇</a:t>
            </a:r>
            <a:r>
              <a:rPr kumimoji="1" lang="ja-JP" altLang="en-US" dirty="0"/>
              <a:t>させる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例</a:t>
            </a:r>
            <a:r>
              <a:rPr lang="en-US" altLang="ja-JP" dirty="0"/>
              <a:t>) </a:t>
            </a:r>
            <a:r>
              <a:rPr lang="ja-JP" altLang="en-US" dirty="0"/>
              <a:t>親</a:t>
            </a:r>
            <a:r>
              <a:rPr lang="en-US" altLang="ja-JP" dirty="0"/>
              <a:t>A,B</a:t>
            </a:r>
            <a:r>
              <a:rPr lang="ja-JP" altLang="en-US" dirty="0"/>
              <a:t>から</a:t>
            </a:r>
            <a:r>
              <a:rPr lang="en-US" altLang="ja-JP" dirty="0"/>
              <a:t>50%</a:t>
            </a:r>
            <a:r>
              <a:rPr lang="ja-JP" altLang="en-US" dirty="0"/>
              <a:t>の確率で継承→</a:t>
            </a:r>
            <a:r>
              <a:rPr lang="en-US" altLang="ja-JP" dirty="0"/>
              <a:t>90%</a:t>
            </a:r>
            <a:r>
              <a:rPr lang="ja-JP" altLang="en-US" dirty="0"/>
              <a:t>の確率で継承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〇実世界での課題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r>
              <a:rPr kumimoji="1" lang="ja-JP" altLang="en-US" dirty="0">
                <a:highlight>
                  <a:srgbClr val="FFFF00"/>
                </a:highlight>
              </a:rPr>
              <a:t>生態系</a:t>
            </a:r>
            <a:r>
              <a:rPr kumimoji="1" lang="ja-JP" altLang="en-US" dirty="0"/>
              <a:t>への影響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・不可逆性がある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59146-6C92-0E42-B41C-D6CE2584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 sz="2000" dirty="0"/>
              <a:t>2</a:t>
            </a:r>
            <a:endParaRPr kumimoji="1" lang="ja-JP" altLang="en-US" sz="2000" dirty="0"/>
          </a:p>
        </p:txBody>
      </p:sp>
      <p:pic>
        <p:nvPicPr>
          <p:cNvPr id="6" name="Picture 2" descr="ダイアグラム">
            <a:extLst>
              <a:ext uri="{FF2B5EF4-FFF2-40B4-BE49-F238E27FC236}">
                <a16:creationId xmlns:a16="http://schemas.microsoft.com/office/drawing/2014/main" id="{36C97818-9FC1-D7F3-8887-3548F618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764" y="4001294"/>
            <a:ext cx="3909423" cy="2368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727B8E-0E25-255E-2059-E8C0267FA64D}"/>
              </a:ext>
            </a:extLst>
          </p:cNvPr>
          <p:cNvSpPr txBox="1"/>
          <p:nvPr/>
        </p:nvSpPr>
        <p:spPr>
          <a:xfrm>
            <a:off x="7312313" y="6219826"/>
            <a:ext cx="234603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/>
              <a:t>図</a:t>
            </a:r>
            <a:r>
              <a:rPr kumimoji="1" lang="en-US" altLang="ja-JP" sz="1050" dirty="0"/>
              <a:t>1</a:t>
            </a:r>
            <a:r>
              <a:rPr kumimoji="1" lang="ja-JP" altLang="en-US" sz="1050" dirty="0"/>
              <a:t>*</a:t>
            </a:r>
            <a:r>
              <a:rPr kumimoji="1" lang="en-US" altLang="ja-JP" sz="1050" dirty="0"/>
              <a:t>¹</a:t>
            </a:r>
            <a:r>
              <a:rPr lang="ja-JP" altLang="en-US" sz="1050" dirty="0"/>
              <a:t>：ドライブ型遺伝子の拡散</a:t>
            </a:r>
            <a:endParaRPr kumimoji="1" lang="ja-JP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15609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D9C43-B7C1-4AAC-AE44-9D16A8B81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想定される用途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1E6726-0C91-47FF-0F0C-5FB4E314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〇疾病媒介生物の駆除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→蚊やダニなどの害虫駆除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〇野生生物の保護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〇農作物の保護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→害虫、雑草の駆除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8D0006-4A9A-654A-0AEE-38656670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sz="2000" dirty="0"/>
              <a:t>3</a:t>
            </a:r>
            <a:endParaRPr kumimoji="1" lang="ja-JP" altLang="en-US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91707C7-CD8A-4E2F-5589-97CEB6F3E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550" y="2403982"/>
            <a:ext cx="1686719" cy="168671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8AAB7F1-CB83-59DB-9D95-BF733362D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400" y="4002815"/>
            <a:ext cx="2001492" cy="213020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D6CB44B-3FBB-AA25-69EE-8B39A0027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088" y="4046758"/>
            <a:ext cx="2001492" cy="21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FA49EF-FF5D-FCA3-0C27-5D27A102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研究目的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20739-DEEF-98A5-F848-F858F4CCD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〇通常</a:t>
            </a:r>
            <a:r>
              <a:rPr lang="en-US" altLang="ja-JP" dirty="0"/>
              <a:t>GA</a:t>
            </a:r>
            <a:r>
              <a:rPr lang="ja-JP" altLang="en-US" dirty="0"/>
              <a:t>と遺伝子ドライブ型</a:t>
            </a:r>
            <a:r>
              <a:rPr lang="en-US" altLang="ja-JP" dirty="0"/>
              <a:t>GA</a:t>
            </a:r>
            <a:r>
              <a:rPr lang="ja-JP" altLang="en-US" dirty="0"/>
              <a:t>の進化挙動を比較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→個体数や適応速度などを比較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〇</a:t>
            </a:r>
            <a:r>
              <a:rPr lang="ja-JP" altLang="en-US" dirty="0">
                <a:highlight>
                  <a:srgbClr val="FFFF00"/>
                </a:highlight>
              </a:rPr>
              <a:t>環境変動下</a:t>
            </a:r>
            <a:r>
              <a:rPr lang="ja-JP" altLang="en-US" dirty="0"/>
              <a:t>で適応の違いを可視化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→環境変化を組み込みよりリアルなシミュレーション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F476F0-ECE1-58F5-0E3D-D68AE17C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sz="2000" dirty="0"/>
              <a:t>4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8815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68F866-DD0F-B16B-2C21-DED11DF3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dirty="0"/>
              <a:t>　シミュレーション概要</a:t>
            </a:r>
            <a:endParaRPr kumimoji="1" lang="ja-JP" altLang="en-US" sz="4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D6D93-7DCE-376E-5B60-EB1BD3EAA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▲　　　　　●　　　　▲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　●　　　　　▲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▲　　　　　●　　　　▲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ja-JP" altLang="en-US" dirty="0"/>
              <a:t>▲ </a:t>
            </a:r>
            <a:r>
              <a:rPr lang="en-US" altLang="ja-JP" dirty="0"/>
              <a:t>: </a:t>
            </a:r>
            <a:r>
              <a:rPr lang="ja-JP" altLang="en-US" dirty="0"/>
              <a:t>個体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● </a:t>
            </a:r>
            <a:r>
              <a:rPr kumimoji="1" lang="en-US" altLang="ja-JP" dirty="0"/>
              <a:t>: </a:t>
            </a:r>
            <a:r>
              <a:rPr kumimoji="1" lang="ja-JP" altLang="en-US" dirty="0"/>
              <a:t>餌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99D480-F9C4-795F-E172-546565BFD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BFB45-80D7-E09A-311A-FD10B3C1596C}"/>
              </a:ext>
            </a:extLst>
          </p:cNvPr>
          <p:cNvSpPr txBox="1"/>
          <p:nvPr/>
        </p:nvSpPr>
        <p:spPr>
          <a:xfrm>
            <a:off x="6438900" y="1825625"/>
            <a:ext cx="52578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r>
              <a:rPr lang="ja-JP" altLang="en-US" sz="2800" dirty="0"/>
              <a:t>・移動</a:t>
            </a:r>
            <a:endParaRPr lang="en-US" altLang="ja-JP" sz="2800" dirty="0"/>
          </a:p>
          <a:p>
            <a:endParaRPr lang="en-US" altLang="ja-JP" sz="1600" dirty="0"/>
          </a:p>
          <a:p>
            <a:r>
              <a:rPr lang="ja-JP" altLang="en-US" sz="2800" dirty="0"/>
              <a:t>・餌の探索</a:t>
            </a:r>
            <a:endParaRPr lang="en-US" altLang="ja-JP" sz="2800" dirty="0"/>
          </a:p>
          <a:p>
            <a:endParaRPr kumimoji="1" lang="en-US" altLang="ja-JP" sz="1600" dirty="0"/>
          </a:p>
          <a:p>
            <a:r>
              <a:rPr lang="ja-JP" altLang="en-US" sz="2800" dirty="0"/>
              <a:t>・体力の増減</a:t>
            </a:r>
            <a:endParaRPr lang="en-US" altLang="ja-JP" sz="2800" dirty="0"/>
          </a:p>
          <a:p>
            <a:endParaRPr lang="en-US" altLang="ja-JP" sz="1600" dirty="0"/>
          </a:p>
          <a:p>
            <a:r>
              <a:rPr kumimoji="1" lang="ja-JP" altLang="en-US" sz="2800" dirty="0"/>
              <a:t>・繁殖</a:t>
            </a:r>
            <a:endParaRPr kumimoji="1" lang="en-US" altLang="ja-JP" sz="2800" dirty="0"/>
          </a:p>
          <a:p>
            <a:endParaRPr kumimoji="1" lang="en-US" altLang="ja-JP" sz="1600" dirty="0"/>
          </a:p>
          <a:p>
            <a:r>
              <a:rPr lang="ja-JP" altLang="en-US" sz="2800" dirty="0"/>
              <a:t>・遺伝子継承</a:t>
            </a:r>
            <a:endParaRPr lang="en-US" altLang="ja-JP" sz="2800" dirty="0"/>
          </a:p>
          <a:p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136454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BA014-ED7E-C4BC-D712-67800356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個体のパラメータ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6418CA-41C4-A4D2-19C0-5F81CBFDC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〇遺伝子情報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・速度</a:t>
            </a:r>
            <a:r>
              <a:rPr lang="en-US" altLang="ja-JP" dirty="0"/>
              <a:t> : </a:t>
            </a:r>
            <a:r>
              <a:rPr lang="ja-JP" altLang="en-US" dirty="0"/>
              <a:t>移動速度</a:t>
            </a:r>
            <a:endParaRPr lang="en-US" altLang="ja-JP" dirty="0"/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kumimoji="1" lang="ja-JP" altLang="en-US" dirty="0"/>
              <a:t>　・視野 </a:t>
            </a:r>
            <a:r>
              <a:rPr kumimoji="1" lang="en-US" altLang="ja-JP" dirty="0"/>
              <a:t>: </a:t>
            </a:r>
            <a:r>
              <a:rPr kumimoji="1" lang="ja-JP" altLang="en-US" dirty="0"/>
              <a:t>餌を発見できる範囲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1600" dirty="0"/>
          </a:p>
          <a:p>
            <a:pPr marL="0" indent="0">
              <a:buNone/>
            </a:pPr>
            <a:r>
              <a:rPr kumimoji="1" lang="ja-JP" altLang="en-US" dirty="0"/>
              <a:t>　・体力 </a:t>
            </a:r>
            <a:r>
              <a:rPr kumimoji="1" lang="en-US" altLang="ja-JP" dirty="0"/>
              <a:t>: </a:t>
            </a:r>
            <a:r>
              <a:rPr kumimoji="1" lang="ja-JP" altLang="en-US" dirty="0"/>
              <a:t>生存条件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1600" dirty="0"/>
          </a:p>
          <a:p>
            <a:pPr marL="0" indent="0">
              <a:buNone/>
            </a:pPr>
            <a:r>
              <a:rPr lang="ja-JP" altLang="en-US" dirty="0"/>
              <a:t>　・遺伝子ドライブの有無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53BA4E-9883-B99B-B80A-B19C74A1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 sz="2000" dirty="0"/>
              <a:t>5</a:t>
            </a:r>
            <a:endParaRPr kumimoji="1" lang="ja-JP" altLang="en-US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9725115-7FFE-CFA6-D46C-06C808B6F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4427701"/>
            <a:ext cx="5370496" cy="138112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B376FA-77D9-2350-6A88-63D1FDA79C83}"/>
              </a:ext>
            </a:extLst>
          </p:cNvPr>
          <p:cNvSpPr txBox="1"/>
          <p:nvPr/>
        </p:nvSpPr>
        <p:spPr>
          <a:xfrm>
            <a:off x="6315075" y="5915353"/>
            <a:ext cx="467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図</a:t>
            </a:r>
            <a:r>
              <a:rPr kumimoji="1" lang="en-US" altLang="ja-JP" sz="1100" dirty="0"/>
              <a:t>2 : </a:t>
            </a:r>
            <a:r>
              <a:rPr kumimoji="1" lang="ja-JP" altLang="en-US" sz="1100" dirty="0"/>
              <a:t>遺伝子情報の生成コード</a:t>
            </a:r>
            <a:r>
              <a:rPr kumimoji="1" lang="en-US" altLang="ja-JP" sz="1100" dirty="0"/>
              <a:t> 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891060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FF34F-B9AB-359F-9B6B-F598A8FB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実装方法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C53363-5C42-BA47-A68B-EE4F4BB7A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〇遺伝的アルゴリズム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・親はランダムに選択される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sz="1600" dirty="0"/>
          </a:p>
          <a:p>
            <a:pPr marL="0" indent="0">
              <a:buNone/>
            </a:pPr>
            <a:r>
              <a:rPr lang="ja-JP" altLang="en-US" dirty="0"/>
              <a:t>　・交叉は算術交叉を用いる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子＝</a:t>
            </a:r>
            <a:r>
              <a:rPr kumimoji="1" lang="en-US" altLang="ja-JP" dirty="0"/>
              <a:t>α×</a:t>
            </a:r>
            <a:r>
              <a:rPr kumimoji="1" lang="ja-JP" altLang="en-US" dirty="0"/>
              <a:t>親</a:t>
            </a:r>
            <a:r>
              <a:rPr kumimoji="1" lang="en-US" altLang="ja-JP" dirty="0"/>
              <a:t>A</a:t>
            </a:r>
            <a:r>
              <a:rPr lang="ja-JP" altLang="en-US" dirty="0"/>
              <a:t> </a:t>
            </a:r>
            <a:r>
              <a:rPr lang="en-US" altLang="ja-JP" dirty="0"/>
              <a:t>+</a:t>
            </a:r>
            <a:r>
              <a:rPr lang="ja-JP" altLang="en-US" dirty="0"/>
              <a:t> </a:t>
            </a:r>
            <a:r>
              <a:rPr lang="en-US" altLang="ja-JP" dirty="0"/>
              <a:t>(1-α)×</a:t>
            </a:r>
            <a:r>
              <a:rPr lang="ja-JP" altLang="en-US" dirty="0"/>
              <a:t>親</a:t>
            </a:r>
            <a:r>
              <a:rPr lang="en-US" altLang="ja-JP" dirty="0"/>
              <a:t>B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kumimoji="1" lang="ja-JP" altLang="en-US" dirty="0"/>
              <a:t>　・突然変異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5%</a:t>
            </a:r>
            <a:r>
              <a:rPr lang="ja-JP" altLang="en-US" dirty="0"/>
              <a:t>程の確率で</a:t>
            </a:r>
            <a:r>
              <a:rPr lang="en-US" altLang="ja-JP" dirty="0"/>
              <a:t>±10%</a:t>
            </a:r>
            <a:r>
              <a:rPr lang="ja-JP" altLang="en-US" dirty="0"/>
              <a:t>の範囲でランダムに加算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C277C2E-C3AA-975A-FEEC-11E0CDC0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170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F5992-5F31-5DD4-970B-E053137D6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研究進捗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79A80B-A2DC-E6E7-3374-10016384A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〇シミュレーション環境の構築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・個体、餌の配置</a:t>
            </a:r>
            <a:endParaRPr kumimoji="1" lang="en-US" altLang="ja-JP" sz="1050" dirty="0"/>
          </a:p>
          <a:p>
            <a:pPr marL="0" indent="0">
              <a:buNone/>
            </a:pPr>
            <a:r>
              <a:rPr kumimoji="1" lang="ja-JP" altLang="en-US" dirty="0"/>
              <a:t>　・遺伝子の挿入</a:t>
            </a:r>
            <a:endParaRPr kumimoji="1" lang="en-US" altLang="ja-JP" sz="1050" dirty="0"/>
          </a:p>
          <a:p>
            <a:pPr marL="0" indent="0">
              <a:buNone/>
            </a:pPr>
            <a:r>
              <a:rPr lang="ja-JP" altLang="en-US" dirty="0"/>
              <a:t>　・繁殖</a:t>
            </a:r>
            <a:endParaRPr lang="en-US" altLang="ja-JP" dirty="0"/>
          </a:p>
          <a:p>
            <a:pPr marL="0" indent="0">
              <a:buNone/>
            </a:pPr>
            <a:endParaRPr lang="en-US" altLang="ja-JP" sz="1050" dirty="0"/>
          </a:p>
          <a:p>
            <a:pPr marL="0" indent="0">
              <a:buNone/>
            </a:pPr>
            <a:r>
              <a:rPr kumimoji="1" lang="ja-JP" altLang="en-US" dirty="0"/>
              <a:t>　・遺伝子ドライブの組み込み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・</a:t>
            </a:r>
            <a:r>
              <a:rPr lang="ja-JP" altLang="en-US" dirty="0">
                <a:highlight>
                  <a:srgbClr val="FFFF00"/>
                </a:highlight>
              </a:rPr>
              <a:t>環境</a:t>
            </a:r>
            <a:r>
              <a:rPr lang="en-US" altLang="ja-JP" dirty="0">
                <a:highlight>
                  <a:srgbClr val="FFFF00"/>
                </a:highlight>
              </a:rPr>
              <a:t>(</a:t>
            </a:r>
            <a:r>
              <a:rPr lang="ja-JP" altLang="en-US" dirty="0">
                <a:highlight>
                  <a:srgbClr val="FFFF00"/>
                </a:highlight>
              </a:rPr>
              <a:t>気温</a:t>
            </a:r>
            <a:r>
              <a:rPr lang="en-US" altLang="ja-JP" dirty="0">
                <a:highlight>
                  <a:srgbClr val="FFFF00"/>
                </a:highlight>
              </a:rPr>
              <a:t>)</a:t>
            </a:r>
            <a:r>
              <a:rPr lang="ja-JP" altLang="en-US" dirty="0"/>
              <a:t>の概念の導入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・適応の評価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27DD5-347B-6E28-632A-1E2A844C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sz="2000" dirty="0"/>
              <a:t>6</a:t>
            </a:r>
            <a:endParaRPr kumimoji="1" lang="ja-JP" altLang="en-US" sz="2000" dirty="0"/>
          </a:p>
        </p:txBody>
      </p:sp>
      <p:pic>
        <p:nvPicPr>
          <p:cNvPr id="5" name="Organism Simulation 2026-07-20 21-41-27">
            <a:hlinkClick r:id="" action="ppaction://media"/>
            <a:extLst>
              <a:ext uri="{FF2B5EF4-FFF2-40B4-BE49-F238E27FC236}">
                <a16:creationId xmlns:a16="http://schemas.microsoft.com/office/drawing/2014/main" id="{7D69F097-D63B-EFF3-F297-47AC2608B5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96150" y="1827786"/>
            <a:ext cx="4349177" cy="434917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C2212D-002B-E2B7-A468-60A983888037}"/>
              </a:ext>
            </a:extLst>
          </p:cNvPr>
          <p:cNvSpPr txBox="1"/>
          <p:nvPr/>
        </p:nvSpPr>
        <p:spPr>
          <a:xfrm>
            <a:off x="7159052" y="6277302"/>
            <a:ext cx="37756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実行画面　▲ </a:t>
            </a:r>
            <a:r>
              <a:rPr kumimoji="1" lang="en-US" altLang="ja-JP" sz="1100" dirty="0"/>
              <a:t>: </a:t>
            </a:r>
            <a:r>
              <a:rPr kumimoji="1" lang="ja-JP" altLang="en-US" sz="1100" dirty="0"/>
              <a:t>個体　● </a:t>
            </a:r>
            <a:r>
              <a:rPr kumimoji="1" lang="en-US" altLang="ja-JP" sz="1100" dirty="0"/>
              <a:t>: </a:t>
            </a:r>
            <a:r>
              <a:rPr kumimoji="1" lang="ja-JP" altLang="en-US" sz="1100" dirty="0"/>
              <a:t>餌</a:t>
            </a:r>
          </a:p>
        </p:txBody>
      </p:sp>
    </p:spTree>
    <p:extLst>
      <p:ext uri="{BB962C8B-B14F-4D97-AF65-F5344CB8AC3E}">
        <p14:creationId xmlns:p14="http://schemas.microsoft.com/office/powerpoint/2010/main" val="394992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94FB53-1F22-7C5F-0E56-175296F4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A6902F-C60A-F7A2-0004-0B80F85FA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〇各パラメータの調整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→個体が増えすぎるなど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〇</a:t>
            </a:r>
            <a:r>
              <a:rPr kumimoji="1" lang="ja-JP" altLang="en-US" dirty="0">
                <a:highlight>
                  <a:srgbClr val="FFFF00"/>
                </a:highlight>
              </a:rPr>
              <a:t>寿命</a:t>
            </a:r>
            <a:r>
              <a:rPr kumimoji="1" lang="ja-JP" altLang="en-US" dirty="0"/>
              <a:t>の概念を追加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→世代交代をはっきりさせる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882C9A-AFC7-CB8C-8D8C-C37422BE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 sz="2000" dirty="0"/>
              <a:t>7</a:t>
            </a:r>
            <a:endParaRPr kumimoji="1" lang="ja-JP" altLang="en-US" sz="2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54AFBF3-D941-B448-B22F-34AF6E968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4998" y="2042785"/>
            <a:ext cx="5769351" cy="388302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211C747-A700-7EE2-9548-1EA177A3B72F}"/>
              </a:ext>
            </a:extLst>
          </p:cNvPr>
          <p:cNvSpPr txBox="1"/>
          <p:nvPr/>
        </p:nvSpPr>
        <p:spPr>
          <a:xfrm>
            <a:off x="6200774" y="6192837"/>
            <a:ext cx="481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dirty="0"/>
              <a:t>それぞれの個体の体力量 </a:t>
            </a:r>
            <a:r>
              <a:rPr kumimoji="1" lang="en-US" altLang="ja-JP" sz="1100" dirty="0"/>
              <a:t>(</a:t>
            </a:r>
            <a:r>
              <a:rPr kumimoji="1" lang="ja-JP" altLang="en-US" sz="1100" dirty="0"/>
              <a:t>縦軸</a:t>
            </a:r>
            <a:r>
              <a:rPr lang="en-US" altLang="ja-JP" sz="1100" dirty="0"/>
              <a:t> : </a:t>
            </a:r>
            <a:r>
              <a:rPr lang="ja-JP" altLang="en-US" sz="1100" dirty="0"/>
              <a:t>体力</a:t>
            </a:r>
            <a:r>
              <a:rPr lang="en-US" altLang="ja-JP" sz="1100" dirty="0"/>
              <a:t>, </a:t>
            </a:r>
            <a:r>
              <a:rPr lang="ja-JP" altLang="en-US" sz="1100" dirty="0"/>
              <a:t>横軸 </a:t>
            </a:r>
            <a:r>
              <a:rPr lang="en-US" altLang="ja-JP" sz="1100" dirty="0"/>
              <a:t>: </a:t>
            </a:r>
            <a:r>
              <a:rPr lang="ja-JP" altLang="en-US" sz="1100" dirty="0"/>
              <a:t>個体番号</a:t>
            </a:r>
            <a:r>
              <a:rPr kumimoji="1" lang="en-US" altLang="ja-JP" sz="1100" dirty="0"/>
              <a:t>)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81356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1871C-4EC1-2747-E8FE-5E2871C1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　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C0D432-CE8D-399B-AFC0-85BC54CF0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〇通常</a:t>
            </a:r>
            <a:r>
              <a:rPr lang="en-US" altLang="ja-JP" dirty="0"/>
              <a:t>GA</a:t>
            </a:r>
            <a:r>
              <a:rPr lang="ja-JP" altLang="en-US" dirty="0"/>
              <a:t>と遺伝子ドライブ</a:t>
            </a:r>
            <a:r>
              <a:rPr lang="en-US" altLang="ja-JP" dirty="0"/>
              <a:t>GA</a:t>
            </a:r>
            <a:r>
              <a:rPr lang="ja-JP" altLang="en-US" dirty="0"/>
              <a:t>で環境適応の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　違いを評価する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〇シミュレーション環境の実装を進めている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〇よりリアルさを追求し、評価につなげる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D633BE-9623-2443-2CCA-D75D72F3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sz="2000" dirty="0"/>
              <a:t>8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3420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30AC8C-1857-64D4-8A9D-DDDF38CCF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dirty="0"/>
              <a:t>　参考文献</a:t>
            </a:r>
            <a:endParaRPr kumimoji="1" lang="ja-JP" altLang="en-US" sz="48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E637B2-9E5E-8C73-0896-C3F0F0217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*¹</a:t>
            </a:r>
            <a:r>
              <a:rPr lang="ja-JP" altLang="en-US" dirty="0"/>
              <a:t>　小林盛方 「遺伝子ドライブの安全対策」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lang="en-US" altLang="ja-JP" dirty="0"/>
              <a:t> </a:t>
            </a:r>
            <a:r>
              <a:rPr lang="en-US" altLang="ja-JP" dirty="0">
                <a:hlinkClick r:id="rId2"/>
              </a:rPr>
              <a:t>https://x.gd/yyei1</a:t>
            </a:r>
            <a:r>
              <a:rPr lang="en-US" altLang="ja-JP" dirty="0"/>
              <a:t>(2026/07/20)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6B4BC8-20A6-5F22-BB93-C4813138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kumimoji="1" lang="en-US" altLang="ja-JP" sz="2000" dirty="0"/>
              <a:t>9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76694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528</Words>
  <Application>Microsoft Office PowerPoint</Application>
  <PresentationFormat>ワイド画面</PresentationFormat>
  <Paragraphs>132</Paragraphs>
  <Slides>12</Slides>
  <Notes>5</Notes>
  <HiddenSlides>2</HiddenSlides>
  <MMClips>1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遺伝子ドライブを組み込んだ 人工生命シミュレーション</vt:lpstr>
      <vt:lpstr>　研究背景</vt:lpstr>
      <vt:lpstr>　遺伝子ドライブ</vt:lpstr>
      <vt:lpstr>　想定される用途</vt:lpstr>
      <vt:lpstr>　研究目的</vt:lpstr>
      <vt:lpstr>　シミュレーション概要</vt:lpstr>
      <vt:lpstr>　個体のパラメータ</vt:lpstr>
      <vt:lpstr>　実装方法</vt:lpstr>
      <vt:lpstr>　研究進捗</vt:lpstr>
      <vt:lpstr>　課題</vt:lpstr>
      <vt:lpstr>　まとめ</vt:lpstr>
      <vt:lpstr>　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蒼太 石田</dc:creator>
  <cp:lastModifiedBy>蒼太 石田</cp:lastModifiedBy>
  <cp:revision>1</cp:revision>
  <dcterms:created xsi:type="dcterms:W3CDTF">2026-07-20T12:42:16Z</dcterms:created>
  <dcterms:modified xsi:type="dcterms:W3CDTF">2026-07-24T12:32:46Z</dcterms:modified>
</cp:coreProperties>
</file>