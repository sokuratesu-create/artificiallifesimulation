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58" r:id="rId5"/>
    <p:sldId id="259" r:id="rId6"/>
    <p:sldId id="266" r:id="rId7"/>
    <p:sldId id="260" r:id="rId8"/>
    <p:sldId id="263" r:id="rId9"/>
    <p:sldId id="264" r:id="rId10"/>
    <p:sldId id="261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DA16F-7E1D-4A88-8D99-8CC008C9496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BDEBA-DBF7-4AFD-AC05-FECB6AF9B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57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BDEBA-DBF7-4AFD-AC05-FECB6AF9B98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961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75DE1-6247-C11B-E6CE-633BAE444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D43236-95F3-C008-D743-E8FBD6702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ABAC23-F3AB-BC26-0CBA-E577DB9C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F9B11-4AB1-417D-A711-C9973941D65D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A37EED-E776-2042-723E-84208431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7078DC-82EE-BE3F-DB77-1AFB0A9E7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714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1E29EF-C780-3829-12D8-004AD164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bg2"/>
          </a:solidFill>
        </p:spPr>
        <p:txBody>
          <a:bodyPr/>
          <a:lstStyle>
            <a:lvl1pPr>
              <a:defRPr sz="54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55D8C0-6638-1752-6FD7-1819BD47C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116C98-5811-291A-B89B-E128B2AD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CD1CE-F092-4991-9EBC-042EC9730688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04C8DE-3118-0158-E8C4-0B0BF315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EA2A6D-5491-BA12-0FA9-4CEE38E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0F43BDCB-CB4F-46B5-A92C-E842FD122C0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275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2F0287-5228-AB68-2AA8-B8F2AE43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2F0C16-3441-E2E9-DD5D-DC8C75F0E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CF04A6-DEC4-7607-5F0D-419E4096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556D-E07B-4B2E-96D1-5C324C99A237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551455-3692-0138-E21B-E4AFD57E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3A5420-3F3D-5E6D-C9A8-A4898651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81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2A52B-CEFC-9FE7-A39C-8F94AB9D8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01005D-93E1-04D4-DDA2-55097F7A0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F205EC-8C8F-81FF-B688-DEFF7D026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B12A16-402D-1420-DD16-062CAF79D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3280-2EB6-46A4-A94F-2BF7DB5456D7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DDB3FC-598C-3597-319F-3B7702122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9C3ED6-0A41-BF27-BFB3-C6CFCBEF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32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772CD7-214D-53ED-FA23-5463FBA0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C2BC83-2D3B-AAC4-A977-4F2EE662B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8EC20E-6411-FAFE-7C44-D36C82633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7EFA88-E24E-78D2-D54A-CCADC0F26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6E372F-C31B-372E-6B0C-8454B7979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89CA7B9-A7C1-5037-033F-A26FB5DD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9E1D-9C54-46E9-9CFF-84ADDEF4005D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77BA59A-3552-905D-B4CF-38318757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D1EF765-96ED-52E1-6616-F6590E6C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297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1629E1-F356-D34B-E784-CF92A175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E72800-4DF6-5D79-8BFC-F734F34D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53C29-7A98-472D-B1A3-97ABD39FB3C9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C4518E-A2DC-87C7-A89B-AF919C26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089D61-4945-A409-F26D-FD4FBBE89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93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E299758-4B1C-B99C-3BC6-4DDED75C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9691-9DB7-4034-81EB-3BB7C53BF81A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7577CA-F8BD-5DB5-1400-A6B616E6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0FE9C2-B77A-662A-97B9-2D9F75F2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59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A9A16F-886C-7E7E-C0C7-5E58E84E3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FB4763-235A-81E8-F561-88C9E8C90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9C9519-05F8-69DD-9EF8-8A0F7682D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07B4F2-C158-ED9A-CDDC-B2FF0554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D440-6EB5-49FD-91FD-FD9B31A78CBD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863FFB-1ACE-443E-A575-A35DB464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743652-A3E1-D579-843B-3AF646A2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94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FA8C85-80A0-50EA-54B6-CA0E6058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1AB54F5-02F8-D594-B6F4-281040E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894957-647C-1B7F-9102-F2B2E79D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9346DE-9C07-40D5-3554-02D211EDF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97AC-B8C0-4A5B-BBB8-E245F2D156A1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1BCB8E-6787-368B-2D16-43409BF7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BE4DBB-835E-22CA-2E9C-3A87B3B9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510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8DCEE1-09EC-0EE5-954F-231732D8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6AEDE9-28CE-D32B-1F0B-5B956E831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2666D0-F997-7DCB-94D6-32C46187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E57F-FC75-4874-99CE-E88DD50EA1D9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64D94A-6495-3278-DA2E-708087D2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12EC5A-3D97-1CBD-B6E6-25CA6D5D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73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EF1259-223B-66F3-FA7D-E986AB28F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929E20-C7DA-BA3D-E39B-7BE35ECC5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B9D68-2D75-B424-61E4-DAD8071E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A9EB-D68C-433D-939E-213B0D656036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1C693D-9346-06EF-4ADB-991FE674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0F921C-F86B-DCD1-3715-1E39CB21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18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4A9A22-5660-57BE-FB30-676030FE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F6B069-CA1B-9ECF-720C-0D0146982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49DB8-B683-31BC-B53C-A3809A8B6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E019C-3819-46C8-B4FF-8A92799C4343}" type="datetime1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2B26C5-F7A5-402E-F670-EF6165532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0790D1-5992-BCC3-10E1-43C9FA22F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4834" y="63809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3BDCB-CB4F-46B5-A92C-E842FD122C00}" type="slidenum">
              <a:rPr lang="ja-JP" altLang="en-US" smtClean="0"/>
              <a:pPr/>
              <a:t>‹#›</a:t>
            </a:fld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2436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x.gd/yyei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7813FC-35AC-490C-4146-09BED7A65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110" y="1125756"/>
            <a:ext cx="9144000" cy="2387600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kumimoji="1" lang="ja-JP" altLang="en-US" sz="8000" u="sng" dirty="0"/>
              <a:t>研究構想発表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8CF358-48F9-103C-C376-B2A3ED544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8444"/>
            <a:ext cx="9144000" cy="719356"/>
          </a:xfrm>
        </p:spPr>
        <p:txBody>
          <a:bodyPr/>
          <a:lstStyle/>
          <a:p>
            <a:r>
              <a:rPr kumimoji="1" lang="en-US" altLang="ja-JP" dirty="0"/>
              <a:t>3CDI1201</a:t>
            </a:r>
            <a:r>
              <a:rPr kumimoji="1" lang="ja-JP" altLang="en-US" dirty="0"/>
              <a:t>　石田 蒼太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88A8D41-B21E-A6A8-8F69-F4FDF70B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81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72B7F-E6A6-4F71-FDD6-A4C4D3AD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kumimoji="1" lang="ja-JP" altLang="en-US" sz="5400" dirty="0"/>
              <a:t>　研究テーマ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AACE62-E92A-079F-F39D-9A3714AFA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〇研究テーマ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「遺伝子ドライブ型</a:t>
            </a:r>
            <a:r>
              <a:rPr lang="en-US" altLang="ja-JP" dirty="0"/>
              <a:t>GA</a:t>
            </a:r>
            <a:r>
              <a:rPr lang="ja-JP" altLang="en-US" dirty="0"/>
              <a:t>を用いた人工生命シミュレーション」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〇目的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・通常</a:t>
            </a:r>
            <a:r>
              <a:rPr lang="en-US" altLang="ja-JP" dirty="0"/>
              <a:t>GA</a:t>
            </a:r>
            <a:r>
              <a:rPr lang="ja-JP" altLang="en-US" dirty="0"/>
              <a:t>と遺伝子ドライブ型</a:t>
            </a:r>
            <a:r>
              <a:rPr lang="en-US" altLang="ja-JP" dirty="0"/>
              <a:t>GA</a:t>
            </a:r>
            <a:r>
              <a:rPr lang="ja-JP" altLang="en-US" dirty="0"/>
              <a:t>の進化挙動を比較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・環境変動下で適応の違いを可視化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22293D8-8C51-40FF-64F9-9271A164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39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AA9A9-B2D2-3878-99C0-54157908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　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C626DD-B945-F90C-26E9-843058483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・遺伝子ドライブは実世界では</a:t>
            </a:r>
            <a:r>
              <a:rPr lang="ja-JP" altLang="en-US" dirty="0">
                <a:highlight>
                  <a:srgbClr val="FFFF00"/>
                </a:highlight>
              </a:rPr>
              <a:t>高リスクな技術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dirty="0"/>
              <a:t>　→シミュレーションで動向を理解する意味がある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GA</a:t>
            </a:r>
            <a:r>
              <a:rPr lang="ja-JP" altLang="en-US" dirty="0"/>
              <a:t>が進化過程そのものの理解に役立つ</a:t>
            </a:r>
            <a:endParaRPr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319A14E-B784-0F5D-3AA1-4D71C454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882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B0B986-50D0-2D52-1FA1-661C974A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kumimoji="1" lang="ja-JP" altLang="en-US" sz="5400" dirty="0"/>
              <a:t>　遺伝子ドライブ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1CB38-A89A-9E63-FF6F-2FC766FB9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〇遺伝子ドライブとは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ある遺伝要素が子に継承される確率を上昇させる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例</a:t>
            </a:r>
            <a:r>
              <a:rPr kumimoji="1" lang="en-US" altLang="ja-JP" dirty="0"/>
              <a:t>)</a:t>
            </a:r>
            <a:r>
              <a:rPr kumimoji="1" lang="ja-JP" altLang="en-US" dirty="0"/>
              <a:t>親</a:t>
            </a:r>
            <a:r>
              <a:rPr kumimoji="1" lang="en-US" altLang="ja-JP" dirty="0"/>
              <a:t>A,B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50%</a:t>
            </a:r>
            <a:r>
              <a:rPr lang="ja-JP" altLang="en-US" dirty="0"/>
              <a:t>の確率で</a:t>
            </a:r>
            <a:r>
              <a:rPr kumimoji="1" lang="ja-JP" altLang="en-US" dirty="0"/>
              <a:t>継承→</a:t>
            </a:r>
            <a:r>
              <a:rPr kumimoji="1" lang="en-US" altLang="ja-JP" dirty="0"/>
              <a:t>90%,10%</a:t>
            </a:r>
            <a:r>
              <a:rPr kumimoji="1" lang="ja-JP" altLang="en-US" dirty="0"/>
              <a:t>の確率で継承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〇</a:t>
            </a:r>
            <a:r>
              <a:rPr kumimoji="1" lang="ja-JP" altLang="en-US" dirty="0"/>
              <a:t>実世界での課題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r>
              <a:rPr kumimoji="1" lang="ja-JP" altLang="en-US" dirty="0">
                <a:highlight>
                  <a:srgbClr val="FFFF00"/>
                </a:highlight>
              </a:rPr>
              <a:t>生態系</a:t>
            </a:r>
            <a:r>
              <a:rPr kumimoji="1" lang="ja-JP" altLang="en-US" dirty="0"/>
              <a:t>への影響</a:t>
            </a:r>
            <a:r>
              <a:rPr kumimoji="1" lang="en-US" altLang="ja-JP" dirty="0"/>
              <a:t>/</a:t>
            </a:r>
            <a:r>
              <a:rPr kumimoji="1" lang="ja-JP" altLang="en-US" dirty="0"/>
              <a:t>不可逆性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・社会信用の失墜</a:t>
            </a:r>
            <a:endParaRPr kumimoji="1" lang="ja-JP" altLang="en-US" dirty="0"/>
          </a:p>
        </p:txBody>
      </p:sp>
      <p:pic>
        <p:nvPicPr>
          <p:cNvPr id="5" name="図 4" descr="ダイアグラム">
            <a:extLst>
              <a:ext uri="{FF2B5EF4-FFF2-40B4-BE49-F238E27FC236}">
                <a16:creationId xmlns:a16="http://schemas.microsoft.com/office/drawing/2014/main" id="{DAF28085-6490-80BA-D512-7DC01AE99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44" y="3990110"/>
            <a:ext cx="4193309" cy="2186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B1CA10-28D5-176A-5033-EBEF319EBAD9}"/>
              </a:ext>
            </a:extLst>
          </p:cNvPr>
          <p:cNvSpPr txBox="1"/>
          <p:nvPr/>
        </p:nvSpPr>
        <p:spPr>
          <a:xfrm>
            <a:off x="7860144" y="6176963"/>
            <a:ext cx="23090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遺伝子ドライブを導入した系図</a:t>
            </a:r>
            <a:r>
              <a:rPr lang="en-US" altLang="ja-JP" sz="1100" dirty="0"/>
              <a:t>*¹</a:t>
            </a:r>
            <a:endParaRPr kumimoji="1" lang="ja-JP" altLang="en-US" sz="1100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AEDE3B7D-861C-C454-2ED9-865530C1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884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F41C68-8D0F-01F8-CB18-284219EE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bg2"/>
          </a:solidFill>
        </p:spPr>
        <p:txBody>
          <a:bodyPr/>
          <a:lstStyle/>
          <a:p>
            <a:r>
              <a:rPr kumimoji="1" lang="ja-JP" altLang="en-US" dirty="0"/>
              <a:t>　関連研究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A29593-41A8-F0FC-93A1-8AC8C7DF8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Johannes L. </a:t>
            </a:r>
            <a:r>
              <a:rPr kumimoji="1" lang="en-US" altLang="ja-JP" dirty="0" err="1"/>
              <a:t>FrieB</a:t>
            </a:r>
            <a:r>
              <a:rPr kumimoji="1" lang="en-US" altLang="ja-JP" dirty="0"/>
              <a:t>, Crina R. </a:t>
            </a:r>
            <a:r>
              <a:rPr kumimoji="1" lang="en-US" altLang="ja-JP" dirty="0" err="1"/>
              <a:t>Lalyer</a:t>
            </a:r>
            <a:r>
              <a:rPr kumimoji="1" lang="en-US" altLang="ja-JP" dirty="0"/>
              <a:t>, </a:t>
            </a:r>
            <a:r>
              <a:rPr kumimoji="1" lang="en-US" altLang="ja-JP" dirty="0" err="1"/>
              <a:t>Berned</a:t>
            </a:r>
            <a:r>
              <a:rPr kumimoji="1" lang="en-US" altLang="ja-JP" dirty="0"/>
              <a:t> Giese, </a:t>
            </a:r>
          </a:p>
          <a:p>
            <a:pPr marL="0" indent="0">
              <a:buNone/>
            </a:pPr>
            <a:r>
              <a:rPr lang="en-US" altLang="ja-JP" dirty="0"/>
              <a:t>Samson Simon and Mathias Otto(2023 )</a:t>
            </a:r>
          </a:p>
          <a:p>
            <a:pPr marL="0" indent="0">
              <a:buNone/>
            </a:pPr>
            <a:r>
              <a:rPr lang="ja-JP" altLang="en-US" dirty="0"/>
              <a:t>「</a:t>
            </a:r>
            <a:r>
              <a:rPr lang="en-US" altLang="ja-JP" dirty="0"/>
              <a:t>Review of gene drive modelling and implications </a:t>
            </a:r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en-US" altLang="ja-JP" dirty="0"/>
              <a:t>for risk assessment of gene drive organisms</a:t>
            </a:r>
            <a:r>
              <a:rPr lang="ja-JP" altLang="en-US" dirty="0"/>
              <a:t>」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『Ecological Modelling』 Volume478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訳</a:t>
            </a:r>
            <a:r>
              <a:rPr lang="en-US" altLang="ja-JP" dirty="0"/>
              <a:t>)</a:t>
            </a:r>
            <a:r>
              <a:rPr lang="ja-JP" altLang="en-US" dirty="0"/>
              <a:t>「遺伝子ドライブモデリングのレビューと遺伝子ドライブ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生物のリスク評価への示唆」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A86795-B78E-B174-1CC4-F392AF74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701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AF023-C88F-7A99-DE59-FDB6DD9F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8218" y="3149601"/>
            <a:ext cx="267855" cy="193963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FBE401-F195-B283-D7B3-3AA122BBB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0509"/>
            <a:ext cx="10515600" cy="5336454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〇紹介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・遺伝子ドライブ技術の研究においての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環境リスクの観点から役割を論じている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・既存の研究では現実性が低い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→環境や気候、相互作用などの要素が含まれない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・拡散効率に重きを置いている研究が中心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→生態系への影響が考慮されずらい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CA50E9-219B-C4C3-79ED-E84BE0DE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lang="ja-JP" altLang="en-US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838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27B8B-BF53-05B1-F6B2-25EFF002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bg2"/>
          </a:solidFill>
        </p:spPr>
        <p:txBody>
          <a:bodyPr/>
          <a:lstStyle/>
          <a:p>
            <a:r>
              <a:rPr kumimoji="1" lang="ja-JP" altLang="en-US" dirty="0"/>
              <a:t>　新規性・差別化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FE156D-732A-AAF2-EF79-0D8F7CA6B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〇新規性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・本研究では効率の評価に加えて、環境変動によって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生態系の進化挙動をシミュレーションで比較・可視化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・環境変化後の挙動から個体の動き、残る個体、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生態系への影響を見る</a:t>
            </a:r>
            <a:endParaRPr kumimoji="1"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1F6D91-CDC7-E5A8-C22F-F545E165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5666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7B4CC4-F9A3-1CF9-30CA-08450E61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　モデルの概要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7D6558-CCA1-2890-CBB1-0FE25C7D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182" y="1825625"/>
            <a:ext cx="9783618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〇遺伝子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・移動速度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・視野距離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・餌の探索効率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〇環境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・餌の配置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・環境変動</a:t>
            </a:r>
            <a:r>
              <a:rPr lang="en-US" altLang="ja-JP" dirty="0"/>
              <a:t>(</a:t>
            </a:r>
            <a:r>
              <a:rPr lang="ja-JP" altLang="en-US" dirty="0"/>
              <a:t>気温</a:t>
            </a:r>
            <a:r>
              <a:rPr lang="en-US" altLang="ja-JP" dirty="0"/>
              <a:t>)</a:t>
            </a:r>
            <a:endParaRPr kumimoji="1"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7B3272-8408-A5D9-4701-FD683E81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2F916A-DAD9-DD4A-E4BC-99B44AAFA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361" y="3145271"/>
            <a:ext cx="3031692" cy="303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10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1AC68-4C6F-0391-289D-B46AD6432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　評価指標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1FA5CE-54A8-C9AF-71D0-0ECFA8EA4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〇適応度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・生存時間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・獲得した餌の数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〇通常</a:t>
            </a:r>
            <a:r>
              <a:rPr kumimoji="1" lang="en-US" altLang="ja-JP" dirty="0"/>
              <a:t>GA</a:t>
            </a:r>
            <a:r>
              <a:rPr kumimoji="1" lang="ja-JP" altLang="en-US" dirty="0"/>
              <a:t>とドライブ型</a:t>
            </a:r>
            <a:r>
              <a:rPr kumimoji="1" lang="en-US" altLang="ja-JP" dirty="0"/>
              <a:t>GA</a:t>
            </a:r>
            <a:r>
              <a:rPr kumimoji="1" lang="ja-JP" altLang="en-US" dirty="0"/>
              <a:t>の比較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・適応速度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・多様性</a:t>
            </a:r>
            <a:endParaRPr kumimoji="1"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90968EB-B586-0ADB-8604-520336F1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67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EB3BD-5593-9C0D-9C13-042042849B1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kumimoji="1" lang="ja-JP" altLang="en-US" dirty="0"/>
              <a:t>　参考文献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797510-D5C6-1717-2418-F5DBEFCA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*¹</a:t>
            </a:r>
            <a:r>
              <a:rPr kumimoji="1" lang="ja-JP" altLang="en-US" dirty="0"/>
              <a:t>　小林盛方 「遺伝子ドライブの安全対策」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 </a:t>
            </a:r>
            <a:r>
              <a:rPr lang="en-US" altLang="ja-JP" dirty="0">
                <a:hlinkClick r:id="rId2"/>
              </a:rPr>
              <a:t>https://x.gd/yyei1</a:t>
            </a:r>
            <a:r>
              <a:rPr lang="ja-JP" altLang="en-US" dirty="0"/>
              <a:t> </a:t>
            </a:r>
            <a:r>
              <a:rPr lang="en-US" altLang="ja-JP" dirty="0"/>
              <a:t>(2026/1/19)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1FA11A-01E4-65BA-6084-76105D57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3BDCB-CB4F-46B5-A92C-E842FD122C00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3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447</Words>
  <Application>Microsoft Office PowerPoint</Application>
  <PresentationFormat>ワイド画面</PresentationFormat>
  <Paragraphs>82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研究構想発表</vt:lpstr>
      <vt:lpstr>　研究テーマ</vt:lpstr>
      <vt:lpstr>　研究背景</vt:lpstr>
      <vt:lpstr>　遺伝子ドライブ</vt:lpstr>
      <vt:lpstr>　関連研究</vt:lpstr>
      <vt:lpstr>PowerPoint プレゼンテーション</vt:lpstr>
      <vt:lpstr>　新規性・差別化</vt:lpstr>
      <vt:lpstr>　モデルの概要</vt:lpstr>
      <vt:lpstr>　評価指標</vt:lpstr>
      <vt:lpstr>　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3CDI1201</dc:creator>
  <cp:lastModifiedBy>蒼太 石田</cp:lastModifiedBy>
  <cp:revision>4</cp:revision>
  <dcterms:created xsi:type="dcterms:W3CDTF">2026-01-20T00:38:56Z</dcterms:created>
  <dcterms:modified xsi:type="dcterms:W3CDTF">2026-01-20T14:22:45Z</dcterms:modified>
</cp:coreProperties>
</file>