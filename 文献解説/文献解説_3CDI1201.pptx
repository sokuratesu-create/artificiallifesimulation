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7" r:id="rId3"/>
    <p:sldId id="259" r:id="rId4"/>
    <p:sldId id="258" r:id="rId5"/>
    <p:sldId id="260" r:id="rId6"/>
    <p:sldId id="261" r:id="rId7"/>
    <p:sldId id="262" r:id="rId8"/>
    <p:sldId id="263" r:id="rId9"/>
    <p:sldId id="264" r:id="rId10"/>
    <p:sldId id="265" r:id="rId11"/>
    <p:sldId id="266"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968EE-8CC2-419D-B56E-1B0D61D44F50}" v="26" dt="2026-06-01T06:54:04.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7" autoAdjust="0"/>
  </p:normalViewPr>
  <p:slideViewPr>
    <p:cSldViewPr snapToGrid="0">
      <p:cViewPr varScale="1">
        <p:scale>
          <a:sx n="132" d="100"/>
          <a:sy n="132" d="100"/>
        </p:scale>
        <p:origin x="106" y="154"/>
      </p:cViewPr>
      <p:guideLst/>
    </p:cSldViewPr>
  </p:slideViewPr>
  <p:notesTextViewPr>
    <p:cViewPr>
      <p:scale>
        <a:sx n="1" d="1"/>
        <a:sy n="1" d="1"/>
      </p:scale>
      <p:origin x="0" y="0"/>
    </p:cViewPr>
  </p:notesTextViewPr>
  <p:notesViewPr>
    <p:cSldViewPr snapToGrid="0">
      <p:cViewPr varScale="1">
        <p:scale>
          <a:sx n="94" d="100"/>
          <a:sy n="94" d="100"/>
        </p:scale>
        <p:origin x="368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蒼太 石田" userId="9ce2a85639c7f04e" providerId="LiveId" clId="{D8F4C1B3-BE05-4425-9C9A-85BF810AB0AF}"/>
    <pc:docChg chg="undo custSel modSld addMainMaster delMainMaster modMainMaster">
      <pc:chgData name="蒼太 石田" userId="9ce2a85639c7f04e" providerId="LiveId" clId="{D8F4C1B3-BE05-4425-9C9A-85BF810AB0AF}" dt="2026-06-01T13:24:10.679" v="719" actId="20577"/>
      <pc:docMkLst>
        <pc:docMk/>
      </pc:docMkLst>
      <pc:sldChg chg="modSp mod">
        <pc:chgData name="蒼太 石田" userId="9ce2a85639c7f04e" providerId="LiveId" clId="{D8F4C1B3-BE05-4425-9C9A-85BF810AB0AF}" dt="2026-06-01T06:41:56.908" v="214" actId="255"/>
        <pc:sldMkLst>
          <pc:docMk/>
          <pc:sldMk cId="712882012" sldId="256"/>
        </pc:sldMkLst>
        <pc:spChg chg="mod">
          <ac:chgData name="蒼太 石田" userId="9ce2a85639c7f04e" providerId="LiveId" clId="{D8F4C1B3-BE05-4425-9C9A-85BF810AB0AF}" dt="2026-06-01T06:41:56.908" v="214" actId="255"/>
          <ac:spMkLst>
            <pc:docMk/>
            <pc:sldMk cId="712882012" sldId="256"/>
            <ac:spMk id="2" creationId="{9484645D-8218-132F-86BA-7273FF638A69}"/>
          </ac:spMkLst>
        </pc:spChg>
        <pc:spChg chg="mod">
          <ac:chgData name="蒼太 石田" userId="9ce2a85639c7f04e" providerId="LiveId" clId="{D8F4C1B3-BE05-4425-9C9A-85BF810AB0AF}" dt="2026-06-01T05:29:12.173" v="24" actId="20577"/>
          <ac:spMkLst>
            <pc:docMk/>
            <pc:sldMk cId="712882012" sldId="256"/>
            <ac:spMk id="3" creationId="{A0C85161-ED55-7FB9-000E-236FAB1F0864}"/>
          </ac:spMkLst>
        </pc:spChg>
      </pc:sldChg>
      <pc:sldChg chg="modSp mod">
        <pc:chgData name="蒼太 石田" userId="9ce2a85639c7f04e" providerId="LiveId" clId="{D8F4C1B3-BE05-4425-9C9A-85BF810AB0AF}" dt="2026-06-01T13:24:10.679" v="719" actId="20577"/>
        <pc:sldMkLst>
          <pc:docMk/>
          <pc:sldMk cId="251943239" sldId="257"/>
        </pc:sldMkLst>
        <pc:spChg chg="mod">
          <ac:chgData name="蒼太 石田" userId="9ce2a85639c7f04e" providerId="LiveId" clId="{D8F4C1B3-BE05-4425-9C9A-85BF810AB0AF}" dt="2026-06-01T06:46:03.642" v="371" actId="115"/>
          <ac:spMkLst>
            <pc:docMk/>
            <pc:sldMk cId="251943239" sldId="257"/>
            <ac:spMk id="2" creationId="{67AE3420-B1D3-C5EE-A878-318A028F0BA5}"/>
          </ac:spMkLst>
        </pc:spChg>
        <pc:spChg chg="mod">
          <ac:chgData name="蒼太 石田" userId="9ce2a85639c7f04e" providerId="LiveId" clId="{D8F4C1B3-BE05-4425-9C9A-85BF810AB0AF}" dt="2026-06-01T13:24:10.679" v="719" actId="20577"/>
          <ac:spMkLst>
            <pc:docMk/>
            <pc:sldMk cId="251943239" sldId="257"/>
            <ac:spMk id="3" creationId="{5E1760C8-C3B1-0C3A-10A2-59792B4EE825}"/>
          </ac:spMkLst>
        </pc:spChg>
      </pc:sldChg>
      <pc:sldChg chg="modSp mod">
        <pc:chgData name="蒼太 石田" userId="9ce2a85639c7f04e" providerId="LiveId" clId="{D8F4C1B3-BE05-4425-9C9A-85BF810AB0AF}" dt="2026-06-01T06:46:12.214" v="373" actId="115"/>
        <pc:sldMkLst>
          <pc:docMk/>
          <pc:sldMk cId="4263857578" sldId="258"/>
        </pc:sldMkLst>
        <pc:spChg chg="mod">
          <ac:chgData name="蒼太 石田" userId="9ce2a85639c7f04e" providerId="LiveId" clId="{D8F4C1B3-BE05-4425-9C9A-85BF810AB0AF}" dt="2026-06-01T06:46:12.214" v="373" actId="115"/>
          <ac:spMkLst>
            <pc:docMk/>
            <pc:sldMk cId="4263857578" sldId="258"/>
            <ac:spMk id="2" creationId="{324FF6D1-BCCD-A67D-CBB3-9E4EBF74D1B5}"/>
          </ac:spMkLst>
        </pc:spChg>
        <pc:spChg chg="mod">
          <ac:chgData name="蒼太 石田" userId="9ce2a85639c7f04e" providerId="LiveId" clId="{D8F4C1B3-BE05-4425-9C9A-85BF810AB0AF}" dt="2026-06-01T06:33:11.566" v="160" actId="20577"/>
          <ac:spMkLst>
            <pc:docMk/>
            <pc:sldMk cId="4263857578" sldId="258"/>
            <ac:spMk id="4" creationId="{A9B36DC6-EAFF-FBF8-BCF6-723EA6B1EC21}"/>
          </ac:spMkLst>
        </pc:spChg>
      </pc:sldChg>
      <pc:sldChg chg="addSp delSp modSp mod">
        <pc:chgData name="蒼太 石田" userId="9ce2a85639c7f04e" providerId="LiveId" clId="{D8F4C1B3-BE05-4425-9C9A-85BF810AB0AF}" dt="2026-06-01T06:55:00.775" v="495" actId="20577"/>
        <pc:sldMkLst>
          <pc:docMk/>
          <pc:sldMk cId="1367479660" sldId="259"/>
        </pc:sldMkLst>
        <pc:spChg chg="mod">
          <ac:chgData name="蒼太 石田" userId="9ce2a85639c7f04e" providerId="LiveId" clId="{D8F4C1B3-BE05-4425-9C9A-85BF810AB0AF}" dt="2026-06-01T06:46:08.629" v="372" actId="115"/>
          <ac:spMkLst>
            <pc:docMk/>
            <pc:sldMk cId="1367479660" sldId="259"/>
            <ac:spMk id="2" creationId="{92B061D2-3662-E0CC-3B53-77F7D15B7762}"/>
          </ac:spMkLst>
        </pc:spChg>
        <pc:spChg chg="mod">
          <ac:chgData name="蒼太 石田" userId="9ce2a85639c7f04e" providerId="LiveId" clId="{D8F4C1B3-BE05-4425-9C9A-85BF810AB0AF}" dt="2026-06-01T06:25:39.166" v="113" actId="20577"/>
          <ac:spMkLst>
            <pc:docMk/>
            <pc:sldMk cId="1367479660" sldId="259"/>
            <ac:spMk id="3" creationId="{2AD15E9A-FC05-5706-778B-F09F7D5492B1}"/>
          </ac:spMkLst>
        </pc:spChg>
        <pc:spChg chg="add del mod">
          <ac:chgData name="蒼太 石田" userId="9ce2a85639c7f04e" providerId="LiveId" clId="{D8F4C1B3-BE05-4425-9C9A-85BF810AB0AF}" dt="2026-06-01T06:55:00.775" v="495" actId="20577"/>
          <ac:spMkLst>
            <pc:docMk/>
            <pc:sldMk cId="1367479660" sldId="259"/>
            <ac:spMk id="5" creationId="{4A91F38F-1FB1-648D-09FA-DABB6EFA4164}"/>
          </ac:spMkLst>
        </pc:spChg>
        <pc:picChg chg="add mod">
          <ac:chgData name="蒼太 石田" userId="9ce2a85639c7f04e" providerId="LiveId" clId="{D8F4C1B3-BE05-4425-9C9A-85BF810AB0AF}" dt="2026-06-01T06:26:09.671" v="119" actId="1076"/>
          <ac:picMkLst>
            <pc:docMk/>
            <pc:sldMk cId="1367479660" sldId="259"/>
            <ac:picMk id="2050" creationId="{3A0CAD90-EA23-274A-5E7B-C784FE8164D4}"/>
          </ac:picMkLst>
        </pc:picChg>
      </pc:sldChg>
      <pc:sldChg chg="delSp modSp mod">
        <pc:chgData name="蒼太 石田" userId="9ce2a85639c7f04e" providerId="LiveId" clId="{D8F4C1B3-BE05-4425-9C9A-85BF810AB0AF}" dt="2026-06-01T07:02:58.637" v="669" actId="20577"/>
        <pc:sldMkLst>
          <pc:docMk/>
          <pc:sldMk cId="4257943810" sldId="260"/>
        </pc:sldMkLst>
        <pc:spChg chg="mod">
          <ac:chgData name="蒼太 石田" userId="9ce2a85639c7f04e" providerId="LiveId" clId="{D8F4C1B3-BE05-4425-9C9A-85BF810AB0AF}" dt="2026-06-01T06:46:16.684" v="374" actId="115"/>
          <ac:spMkLst>
            <pc:docMk/>
            <pc:sldMk cId="4257943810" sldId="260"/>
            <ac:spMk id="2" creationId="{5AF1FFA0-3B8A-1C4C-01C8-4103A4D86F2E}"/>
          </ac:spMkLst>
        </pc:spChg>
        <pc:spChg chg="mod">
          <ac:chgData name="蒼太 石田" userId="9ce2a85639c7f04e" providerId="LiveId" clId="{D8F4C1B3-BE05-4425-9C9A-85BF810AB0AF}" dt="2026-06-01T07:02:58.637" v="669" actId="20577"/>
          <ac:spMkLst>
            <pc:docMk/>
            <pc:sldMk cId="4257943810" sldId="260"/>
            <ac:spMk id="3" creationId="{20B35F26-C1FF-F67C-A1EB-C417EF811003}"/>
          </ac:spMkLst>
        </pc:spChg>
        <pc:spChg chg="del">
          <ac:chgData name="蒼太 石田" userId="9ce2a85639c7f04e" providerId="LiveId" clId="{D8F4C1B3-BE05-4425-9C9A-85BF810AB0AF}" dt="2026-06-01T06:51:21.178" v="401" actId="21"/>
          <ac:spMkLst>
            <pc:docMk/>
            <pc:sldMk cId="4257943810" sldId="260"/>
            <ac:spMk id="4" creationId="{C72E2A9A-6ED7-1CA6-7EA6-7DB19C164164}"/>
          </ac:spMkLst>
        </pc:spChg>
        <pc:spChg chg="mod">
          <ac:chgData name="蒼太 石田" userId="9ce2a85639c7f04e" providerId="LiveId" clId="{D8F4C1B3-BE05-4425-9C9A-85BF810AB0AF}" dt="2026-06-01T06:33:17.112" v="161" actId="20577"/>
          <ac:spMkLst>
            <pc:docMk/>
            <pc:sldMk cId="4257943810" sldId="260"/>
            <ac:spMk id="5" creationId="{C1A290CE-3CEE-841B-7BEE-B6E15C0EBCDD}"/>
          </ac:spMkLst>
        </pc:spChg>
        <pc:picChg chg="mod">
          <ac:chgData name="蒼太 石田" userId="9ce2a85639c7f04e" providerId="LiveId" clId="{D8F4C1B3-BE05-4425-9C9A-85BF810AB0AF}" dt="2026-06-01T06:51:35.949" v="405" actId="1076"/>
          <ac:picMkLst>
            <pc:docMk/>
            <pc:sldMk cId="4257943810" sldId="260"/>
            <ac:picMk id="1026" creationId="{3F69DDCC-741F-D8A9-4E2C-55EECAE472FE}"/>
          </ac:picMkLst>
        </pc:picChg>
      </pc:sldChg>
      <pc:sldChg chg="addSp modSp mod">
        <pc:chgData name="蒼太 石田" userId="9ce2a85639c7f04e" providerId="LiveId" clId="{D8F4C1B3-BE05-4425-9C9A-85BF810AB0AF}" dt="2026-06-01T06:55:11.134" v="497" actId="20577"/>
        <pc:sldMkLst>
          <pc:docMk/>
          <pc:sldMk cId="2585672468" sldId="261"/>
        </pc:sldMkLst>
        <pc:spChg chg="mod">
          <ac:chgData name="蒼太 石田" userId="9ce2a85639c7f04e" providerId="LiveId" clId="{D8F4C1B3-BE05-4425-9C9A-85BF810AB0AF}" dt="2026-06-01T06:46:20.612" v="375" actId="115"/>
          <ac:spMkLst>
            <pc:docMk/>
            <pc:sldMk cId="2585672468" sldId="261"/>
            <ac:spMk id="2" creationId="{EB6C4C89-F95F-7877-623C-1924043CF8ED}"/>
          </ac:spMkLst>
        </pc:spChg>
        <pc:spChg chg="mod">
          <ac:chgData name="蒼太 石田" userId="9ce2a85639c7f04e" providerId="LiveId" clId="{D8F4C1B3-BE05-4425-9C9A-85BF810AB0AF}" dt="2026-06-01T06:45:51.905" v="370" actId="14100"/>
          <ac:spMkLst>
            <pc:docMk/>
            <pc:sldMk cId="2585672468" sldId="261"/>
            <ac:spMk id="3" creationId="{3644222B-A80A-4304-65EE-B186DE5DE37F}"/>
          </ac:spMkLst>
        </pc:spChg>
        <pc:spChg chg="mod">
          <ac:chgData name="蒼太 石田" userId="9ce2a85639c7f04e" providerId="LiveId" clId="{D8F4C1B3-BE05-4425-9C9A-85BF810AB0AF}" dt="2026-06-01T06:33:23.005" v="163" actId="20577"/>
          <ac:spMkLst>
            <pc:docMk/>
            <pc:sldMk cId="2585672468" sldId="261"/>
            <ac:spMk id="4" creationId="{132CD413-CDA5-C1A6-BD75-4F7E15A2084F}"/>
          </ac:spMkLst>
        </pc:spChg>
        <pc:spChg chg="add mod">
          <ac:chgData name="蒼太 石田" userId="9ce2a85639c7f04e" providerId="LiveId" clId="{D8F4C1B3-BE05-4425-9C9A-85BF810AB0AF}" dt="2026-06-01T06:55:11.134" v="497" actId="20577"/>
          <ac:spMkLst>
            <pc:docMk/>
            <pc:sldMk cId="2585672468" sldId="261"/>
            <ac:spMk id="7" creationId="{D3F370BF-7296-8116-C8B6-366A8B55651A}"/>
          </ac:spMkLst>
        </pc:spChg>
        <pc:picChg chg="add mod">
          <ac:chgData name="蒼太 石田" userId="9ce2a85639c7f04e" providerId="LiveId" clId="{D8F4C1B3-BE05-4425-9C9A-85BF810AB0AF}" dt="2026-06-01T06:45:44.259" v="369" actId="14100"/>
          <ac:picMkLst>
            <pc:docMk/>
            <pc:sldMk cId="2585672468" sldId="261"/>
            <ac:picMk id="6" creationId="{EBE6E111-1299-EC83-2926-F017610F0E35}"/>
          </ac:picMkLst>
        </pc:picChg>
      </pc:sldChg>
      <pc:sldChg chg="modSp mod">
        <pc:chgData name="蒼太 石田" userId="9ce2a85639c7f04e" providerId="LiveId" clId="{D8F4C1B3-BE05-4425-9C9A-85BF810AB0AF}" dt="2026-06-01T07:05:01.951" v="718" actId="20577"/>
        <pc:sldMkLst>
          <pc:docMk/>
          <pc:sldMk cId="2054703249" sldId="262"/>
        </pc:sldMkLst>
        <pc:spChg chg="mod">
          <ac:chgData name="蒼太 石田" userId="9ce2a85639c7f04e" providerId="LiveId" clId="{D8F4C1B3-BE05-4425-9C9A-85BF810AB0AF}" dt="2026-06-01T06:46:24.496" v="376" actId="115"/>
          <ac:spMkLst>
            <pc:docMk/>
            <pc:sldMk cId="2054703249" sldId="262"/>
            <ac:spMk id="2" creationId="{A057F90F-843C-959D-D937-591F0659873D}"/>
          </ac:spMkLst>
        </pc:spChg>
        <pc:spChg chg="mod">
          <ac:chgData name="蒼太 石田" userId="9ce2a85639c7f04e" providerId="LiveId" clId="{D8F4C1B3-BE05-4425-9C9A-85BF810AB0AF}" dt="2026-06-01T07:05:01.951" v="718" actId="20577"/>
          <ac:spMkLst>
            <pc:docMk/>
            <pc:sldMk cId="2054703249" sldId="262"/>
            <ac:spMk id="3" creationId="{FB6C53B4-3E30-E3BB-3612-D52D40D888DC}"/>
          </ac:spMkLst>
        </pc:spChg>
        <pc:spChg chg="mod">
          <ac:chgData name="蒼太 石田" userId="9ce2a85639c7f04e" providerId="LiveId" clId="{D8F4C1B3-BE05-4425-9C9A-85BF810AB0AF}" dt="2026-06-01T06:33:26.320" v="164" actId="20577"/>
          <ac:spMkLst>
            <pc:docMk/>
            <pc:sldMk cId="2054703249" sldId="262"/>
            <ac:spMk id="4" creationId="{06B67C45-5C19-710C-5B4A-C189C87830E5}"/>
          </ac:spMkLst>
        </pc:spChg>
      </pc:sldChg>
      <pc:sldChg chg="addSp modSp mod">
        <pc:chgData name="蒼太 石田" userId="9ce2a85639c7f04e" providerId="LiveId" clId="{D8F4C1B3-BE05-4425-9C9A-85BF810AB0AF}" dt="2026-06-01T06:55:16.585" v="499" actId="20577"/>
        <pc:sldMkLst>
          <pc:docMk/>
          <pc:sldMk cId="965787046" sldId="263"/>
        </pc:sldMkLst>
        <pc:spChg chg="mod">
          <ac:chgData name="蒼太 石田" userId="9ce2a85639c7f04e" providerId="LiveId" clId="{D8F4C1B3-BE05-4425-9C9A-85BF810AB0AF}" dt="2026-06-01T06:46:31.518" v="379" actId="115"/>
          <ac:spMkLst>
            <pc:docMk/>
            <pc:sldMk cId="965787046" sldId="263"/>
            <ac:spMk id="2" creationId="{7E04F199-5538-BC94-C54E-E922057E7FA3}"/>
          </ac:spMkLst>
        </pc:spChg>
        <pc:spChg chg="mod">
          <ac:chgData name="蒼太 石田" userId="9ce2a85639c7f04e" providerId="LiveId" clId="{D8F4C1B3-BE05-4425-9C9A-85BF810AB0AF}" dt="2026-06-01T06:33:29.589" v="165" actId="20577"/>
          <ac:spMkLst>
            <pc:docMk/>
            <pc:sldMk cId="965787046" sldId="263"/>
            <ac:spMk id="4" creationId="{4B0FDE4C-B618-870E-999A-3103D4F1D72C}"/>
          </ac:spMkLst>
        </pc:spChg>
        <pc:spChg chg="add mod">
          <ac:chgData name="蒼太 石田" userId="9ce2a85639c7f04e" providerId="LiveId" clId="{D8F4C1B3-BE05-4425-9C9A-85BF810AB0AF}" dt="2026-06-01T06:55:16.585" v="499" actId="20577"/>
          <ac:spMkLst>
            <pc:docMk/>
            <pc:sldMk cId="965787046" sldId="263"/>
            <ac:spMk id="7" creationId="{B248B12D-F51E-9932-D774-21999E16F180}"/>
          </ac:spMkLst>
        </pc:spChg>
        <pc:picChg chg="add mod">
          <ac:chgData name="蒼太 石田" userId="9ce2a85639c7f04e" providerId="LiveId" clId="{D8F4C1B3-BE05-4425-9C9A-85BF810AB0AF}" dt="2026-06-01T06:40:07.028" v="200" actId="14100"/>
          <ac:picMkLst>
            <pc:docMk/>
            <pc:sldMk cId="965787046" sldId="263"/>
            <ac:picMk id="6" creationId="{F9A38F81-86A4-3CEA-C31F-A90DA48F1E09}"/>
          </ac:picMkLst>
        </pc:picChg>
      </pc:sldChg>
      <pc:sldChg chg="addSp modSp mod">
        <pc:chgData name="蒼太 石田" userId="9ce2a85639c7f04e" providerId="LiveId" clId="{D8F4C1B3-BE05-4425-9C9A-85BF810AB0AF}" dt="2026-06-01T06:55:20.597" v="503" actId="20577"/>
        <pc:sldMkLst>
          <pc:docMk/>
          <pc:sldMk cId="2597946855" sldId="264"/>
        </pc:sldMkLst>
        <pc:spChg chg="mod">
          <ac:chgData name="蒼太 石田" userId="9ce2a85639c7f04e" providerId="LiveId" clId="{D8F4C1B3-BE05-4425-9C9A-85BF810AB0AF}" dt="2026-06-01T06:46:35.247" v="380" actId="115"/>
          <ac:spMkLst>
            <pc:docMk/>
            <pc:sldMk cId="2597946855" sldId="264"/>
            <ac:spMk id="2" creationId="{6B0A7A1B-68BA-3175-B573-F0789F7AD5D9}"/>
          </ac:spMkLst>
        </pc:spChg>
        <pc:spChg chg="mod">
          <ac:chgData name="蒼太 石田" userId="9ce2a85639c7f04e" providerId="LiveId" clId="{D8F4C1B3-BE05-4425-9C9A-85BF810AB0AF}" dt="2026-06-01T06:40:57.380" v="209" actId="20577"/>
          <ac:spMkLst>
            <pc:docMk/>
            <pc:sldMk cId="2597946855" sldId="264"/>
            <ac:spMk id="3" creationId="{D6484917-70E6-3A73-C1F2-D2070647EBCA}"/>
          </ac:spMkLst>
        </pc:spChg>
        <pc:spChg chg="mod">
          <ac:chgData name="蒼太 石田" userId="9ce2a85639c7f04e" providerId="LiveId" clId="{D8F4C1B3-BE05-4425-9C9A-85BF810AB0AF}" dt="2026-06-01T06:33:31.804" v="166" actId="20577"/>
          <ac:spMkLst>
            <pc:docMk/>
            <pc:sldMk cId="2597946855" sldId="264"/>
            <ac:spMk id="4" creationId="{A9D5EEFE-5F3F-087E-FE75-F6B741E8E01A}"/>
          </ac:spMkLst>
        </pc:spChg>
        <pc:spChg chg="add mod">
          <ac:chgData name="蒼太 石田" userId="9ce2a85639c7f04e" providerId="LiveId" clId="{D8F4C1B3-BE05-4425-9C9A-85BF810AB0AF}" dt="2026-06-01T06:55:20.597" v="503" actId="20577"/>
          <ac:spMkLst>
            <pc:docMk/>
            <pc:sldMk cId="2597946855" sldId="264"/>
            <ac:spMk id="7" creationId="{FBC04B95-E315-D7A5-A044-66DD5862BD2F}"/>
          </ac:spMkLst>
        </pc:spChg>
        <pc:picChg chg="add mod">
          <ac:chgData name="蒼太 石田" userId="9ce2a85639c7f04e" providerId="LiveId" clId="{D8F4C1B3-BE05-4425-9C9A-85BF810AB0AF}" dt="2026-06-01T06:41:34.832" v="213" actId="14100"/>
          <ac:picMkLst>
            <pc:docMk/>
            <pc:sldMk cId="2597946855" sldId="264"/>
            <ac:picMk id="6" creationId="{47F4FDB6-EC1C-CD5F-A8B8-521B50331FA5}"/>
          </ac:picMkLst>
        </pc:picChg>
      </pc:sldChg>
      <pc:sldChg chg="modSp mod">
        <pc:chgData name="蒼太 石田" userId="9ce2a85639c7f04e" providerId="LiveId" clId="{D8F4C1B3-BE05-4425-9C9A-85BF810AB0AF}" dt="2026-06-01T06:56:18.894" v="531" actId="20577"/>
        <pc:sldMkLst>
          <pc:docMk/>
          <pc:sldMk cId="59973419" sldId="265"/>
        </pc:sldMkLst>
        <pc:spChg chg="mod">
          <ac:chgData name="蒼太 石田" userId="9ce2a85639c7f04e" providerId="LiveId" clId="{D8F4C1B3-BE05-4425-9C9A-85BF810AB0AF}" dt="2026-06-01T06:46:38.430" v="381" actId="115"/>
          <ac:spMkLst>
            <pc:docMk/>
            <pc:sldMk cId="59973419" sldId="265"/>
            <ac:spMk id="2" creationId="{1CEB0104-A7E5-0C82-D030-AC8380F4B2BB}"/>
          </ac:spMkLst>
        </pc:spChg>
        <pc:spChg chg="mod">
          <ac:chgData name="蒼太 石田" userId="9ce2a85639c7f04e" providerId="LiveId" clId="{D8F4C1B3-BE05-4425-9C9A-85BF810AB0AF}" dt="2026-06-01T06:56:18.894" v="531" actId="20577"/>
          <ac:spMkLst>
            <pc:docMk/>
            <pc:sldMk cId="59973419" sldId="265"/>
            <ac:spMk id="3" creationId="{C7A83320-70AA-C171-C8BD-8C55E1A2E82A}"/>
          </ac:spMkLst>
        </pc:spChg>
        <pc:spChg chg="mod">
          <ac:chgData name="蒼太 石田" userId="9ce2a85639c7f04e" providerId="LiveId" clId="{D8F4C1B3-BE05-4425-9C9A-85BF810AB0AF}" dt="2026-06-01T06:33:35.423" v="168" actId="20577"/>
          <ac:spMkLst>
            <pc:docMk/>
            <pc:sldMk cId="59973419" sldId="265"/>
            <ac:spMk id="4" creationId="{A07256B5-E876-C9E9-6191-43F44BDFADAE}"/>
          </ac:spMkLst>
        </pc:spChg>
      </pc:sldChg>
      <pc:sldChg chg="modSp mod">
        <pc:chgData name="蒼太 石田" userId="9ce2a85639c7f04e" providerId="LiveId" clId="{D8F4C1B3-BE05-4425-9C9A-85BF810AB0AF}" dt="2026-06-01T06:46:42.024" v="382" actId="115"/>
        <pc:sldMkLst>
          <pc:docMk/>
          <pc:sldMk cId="847507932" sldId="266"/>
        </pc:sldMkLst>
        <pc:spChg chg="mod">
          <ac:chgData name="蒼太 石田" userId="9ce2a85639c7f04e" providerId="LiveId" clId="{D8F4C1B3-BE05-4425-9C9A-85BF810AB0AF}" dt="2026-06-01T06:46:42.024" v="382" actId="115"/>
          <ac:spMkLst>
            <pc:docMk/>
            <pc:sldMk cId="847507932" sldId="266"/>
            <ac:spMk id="2" creationId="{9E7BE3C8-B04C-89C4-7773-34CF90E66994}"/>
          </ac:spMkLst>
        </pc:spChg>
        <pc:spChg chg="mod">
          <ac:chgData name="蒼太 石田" userId="9ce2a85639c7f04e" providerId="LiveId" clId="{D8F4C1B3-BE05-4425-9C9A-85BF810AB0AF}" dt="2026-06-01T06:33:41.494" v="174" actId="20577"/>
          <ac:spMkLst>
            <pc:docMk/>
            <pc:sldMk cId="847507932" sldId="266"/>
            <ac:spMk id="4" creationId="{469BE9C8-892C-A063-0673-FA4A9BD1FB2B}"/>
          </ac:spMkLst>
        </pc:spChg>
      </pc:sldChg>
      <pc:sldMasterChg chg="modSp mod modSldLayout">
        <pc:chgData name="蒼太 石田" userId="9ce2a85639c7f04e" providerId="LiveId" clId="{D8F4C1B3-BE05-4425-9C9A-85BF810AB0AF}" dt="2026-06-01T06:30:27.918" v="155" actId="20577"/>
        <pc:sldMasterMkLst>
          <pc:docMk/>
          <pc:sldMasterMk cId="1442257312" sldId="2147483648"/>
        </pc:sldMasterMkLst>
        <pc:spChg chg="mod">
          <ac:chgData name="蒼太 石田" userId="9ce2a85639c7f04e" providerId="LiveId" clId="{D8F4C1B3-BE05-4425-9C9A-85BF810AB0AF}" dt="2026-06-01T06:30:27.918" v="155" actId="20577"/>
          <ac:spMkLst>
            <pc:docMk/>
            <pc:sldMasterMk cId="1442257312" sldId="2147483648"/>
            <ac:spMk id="6" creationId="{462CD6DC-0D90-500A-B974-57D536A2E8B3}"/>
          </ac:spMkLst>
        </pc:spChg>
        <pc:sldLayoutChg chg="addSp delSp modSp mod">
          <pc:chgData name="蒼太 石田" userId="9ce2a85639c7f04e" providerId="LiveId" clId="{D8F4C1B3-BE05-4425-9C9A-85BF810AB0AF}" dt="2026-06-01T06:29:51.768" v="152"/>
          <pc:sldLayoutMkLst>
            <pc:docMk/>
            <pc:sldMasterMk cId="1442257312" sldId="2147483648"/>
            <pc:sldLayoutMk cId="3688213970" sldId="2147483649"/>
          </pc:sldLayoutMkLst>
          <pc:spChg chg="del">
            <ac:chgData name="蒼太 石田" userId="9ce2a85639c7f04e" providerId="LiveId" clId="{D8F4C1B3-BE05-4425-9C9A-85BF810AB0AF}" dt="2026-06-01T06:29:49.626" v="148"/>
            <ac:spMkLst>
              <pc:docMk/>
              <pc:sldMasterMk cId="1442257312" sldId="2147483648"/>
              <pc:sldLayoutMk cId="3688213970" sldId="2147483649"/>
              <ac:spMk id="2" creationId="{6677E0B1-6BAA-C004-77E3-6006D7E490B9}"/>
            </ac:spMkLst>
          </pc:spChg>
          <pc:spChg chg="del">
            <ac:chgData name="蒼太 石田" userId="9ce2a85639c7f04e" providerId="LiveId" clId="{D8F4C1B3-BE05-4425-9C9A-85BF810AB0AF}" dt="2026-06-01T06:29:46.731" v="146"/>
            <ac:spMkLst>
              <pc:docMk/>
              <pc:sldMasterMk cId="1442257312" sldId="2147483648"/>
              <pc:sldLayoutMk cId="3688213970" sldId="2147483649"/>
              <ac:spMk id="4" creationId="{1F9F3B8F-2F54-9C24-E69D-29D3F3A5ACAD}"/>
            </ac:spMkLst>
          </pc:spChg>
          <pc:spChg chg="del">
            <ac:chgData name="蒼太 石田" userId="9ce2a85639c7f04e" providerId="LiveId" clId="{D8F4C1B3-BE05-4425-9C9A-85BF810AB0AF}" dt="2026-06-01T06:29:46.731" v="146"/>
            <ac:spMkLst>
              <pc:docMk/>
              <pc:sldMasterMk cId="1442257312" sldId="2147483648"/>
              <pc:sldLayoutMk cId="3688213970" sldId="2147483649"/>
              <ac:spMk id="5" creationId="{FFB6C1A5-9735-019C-02E4-56B96456A748}"/>
            </ac:spMkLst>
          </pc:spChg>
          <pc:spChg chg="del mod">
            <ac:chgData name="蒼太 石田" userId="9ce2a85639c7f04e" providerId="LiveId" clId="{D8F4C1B3-BE05-4425-9C9A-85BF810AB0AF}" dt="2026-06-01T06:29:46.731" v="146"/>
            <ac:spMkLst>
              <pc:docMk/>
              <pc:sldMasterMk cId="1442257312" sldId="2147483648"/>
              <pc:sldLayoutMk cId="3688213970" sldId="2147483649"/>
              <ac:spMk id="6" creationId="{458BBB78-7FF0-7955-3905-C2DDBDE14589}"/>
            </ac:spMkLst>
          </pc:spChg>
          <pc:spChg chg="add del mod">
            <ac:chgData name="蒼太 石田" userId="9ce2a85639c7f04e" providerId="LiveId" clId="{D8F4C1B3-BE05-4425-9C9A-85BF810AB0AF}" dt="2026-06-01T06:29:50.731" v="151"/>
            <ac:spMkLst>
              <pc:docMk/>
              <pc:sldMasterMk cId="1442257312" sldId="2147483648"/>
              <pc:sldLayoutMk cId="3688213970" sldId="2147483649"/>
              <ac:spMk id="7" creationId="{F0FC7B31-5DD9-8AFF-86F4-82D21FE8DDAA}"/>
            </ac:spMkLst>
          </pc:spChg>
          <pc:spChg chg="add del mod">
            <ac:chgData name="蒼太 石田" userId="9ce2a85639c7f04e" providerId="LiveId" clId="{D8F4C1B3-BE05-4425-9C9A-85BF810AB0AF}" dt="2026-06-01T06:29:50.731" v="151"/>
            <ac:spMkLst>
              <pc:docMk/>
              <pc:sldMasterMk cId="1442257312" sldId="2147483648"/>
              <pc:sldLayoutMk cId="3688213970" sldId="2147483649"/>
              <ac:spMk id="8" creationId="{61D9AF53-8194-AFF0-B219-8254E569E8FC}"/>
            </ac:spMkLst>
          </pc:spChg>
          <pc:spChg chg="add del mod">
            <ac:chgData name="蒼太 石田" userId="9ce2a85639c7f04e" providerId="LiveId" clId="{D8F4C1B3-BE05-4425-9C9A-85BF810AB0AF}" dt="2026-06-01T06:29:50.731" v="151"/>
            <ac:spMkLst>
              <pc:docMk/>
              <pc:sldMasterMk cId="1442257312" sldId="2147483648"/>
              <pc:sldLayoutMk cId="3688213970" sldId="2147483649"/>
              <ac:spMk id="9" creationId="{0A01745D-3028-7774-0331-1AADA2DF6716}"/>
            </ac:spMkLst>
          </pc:spChg>
          <pc:spChg chg="add mod">
            <ac:chgData name="蒼太 石田" userId="9ce2a85639c7f04e" providerId="LiveId" clId="{D8F4C1B3-BE05-4425-9C9A-85BF810AB0AF}" dt="2026-06-01T06:29:50.192" v="150"/>
            <ac:spMkLst>
              <pc:docMk/>
              <pc:sldMasterMk cId="1442257312" sldId="2147483648"/>
              <pc:sldLayoutMk cId="3688213970" sldId="2147483649"/>
              <ac:spMk id="10" creationId="{7335962B-2ABD-D246-DAB2-F4A325BCB976}"/>
            </ac:spMkLst>
          </pc:spChg>
          <pc:spChg chg="add mod">
            <ac:chgData name="蒼太 石田" userId="9ce2a85639c7f04e" providerId="LiveId" clId="{D8F4C1B3-BE05-4425-9C9A-85BF810AB0AF}" dt="2026-06-01T06:29:51.768" v="152"/>
            <ac:spMkLst>
              <pc:docMk/>
              <pc:sldMasterMk cId="1442257312" sldId="2147483648"/>
              <pc:sldLayoutMk cId="3688213970" sldId="2147483649"/>
              <ac:spMk id="11" creationId="{1AF06985-E098-0E9B-4CD2-24E5930316E2}"/>
            </ac:spMkLst>
          </pc:spChg>
          <pc:spChg chg="add mod">
            <ac:chgData name="蒼太 石田" userId="9ce2a85639c7f04e" providerId="LiveId" clId="{D8F4C1B3-BE05-4425-9C9A-85BF810AB0AF}" dt="2026-06-01T06:29:51.768" v="152"/>
            <ac:spMkLst>
              <pc:docMk/>
              <pc:sldMasterMk cId="1442257312" sldId="2147483648"/>
              <pc:sldLayoutMk cId="3688213970" sldId="2147483649"/>
              <ac:spMk id="12" creationId="{75225FD4-60F7-95FC-443B-A727F2144539}"/>
            </ac:spMkLst>
          </pc:spChg>
          <pc:spChg chg="add mod">
            <ac:chgData name="蒼太 石田" userId="9ce2a85639c7f04e" providerId="LiveId" clId="{D8F4C1B3-BE05-4425-9C9A-85BF810AB0AF}" dt="2026-06-01T06:29:51.768" v="152"/>
            <ac:spMkLst>
              <pc:docMk/>
              <pc:sldMasterMk cId="1442257312" sldId="2147483648"/>
              <pc:sldLayoutMk cId="3688213970" sldId="2147483649"/>
              <ac:spMk id="13" creationId="{3EE73136-C2B1-1E55-601F-E7DBD119C13A}"/>
            </ac:spMkLst>
          </pc:spChg>
        </pc:sldLayoutChg>
        <pc:sldLayoutChg chg="modSp mod">
          <pc:chgData name="蒼太 石田" userId="9ce2a85639c7f04e" providerId="LiveId" clId="{D8F4C1B3-BE05-4425-9C9A-85BF810AB0AF}" dt="2026-06-01T06:28:51.113" v="132" actId="20577"/>
          <pc:sldLayoutMkLst>
            <pc:docMk/>
            <pc:sldMasterMk cId="1442257312" sldId="2147483648"/>
            <pc:sldLayoutMk cId="3127639727" sldId="2147483650"/>
          </pc:sldLayoutMkLst>
          <pc:spChg chg="mod">
            <ac:chgData name="蒼太 石田" userId="9ce2a85639c7f04e" providerId="LiveId" clId="{D8F4C1B3-BE05-4425-9C9A-85BF810AB0AF}" dt="2026-06-01T06:28:51.113" v="132" actId="20577"/>
            <ac:spMkLst>
              <pc:docMk/>
              <pc:sldMasterMk cId="1442257312" sldId="2147483648"/>
              <pc:sldLayoutMk cId="3127639727" sldId="2147483650"/>
              <ac:spMk id="6" creationId="{9BAAD8E9-71DE-4146-C696-F70AA17F6174}"/>
            </ac:spMkLst>
          </pc:spChg>
        </pc:sldLayoutChg>
        <pc:sldLayoutChg chg="modSp mod">
          <pc:chgData name="蒼太 石田" userId="9ce2a85639c7f04e" providerId="LiveId" clId="{D8F4C1B3-BE05-4425-9C9A-85BF810AB0AF}" dt="2026-06-01T06:28:58.626" v="133" actId="20577"/>
          <pc:sldLayoutMkLst>
            <pc:docMk/>
            <pc:sldMasterMk cId="1442257312" sldId="2147483648"/>
            <pc:sldLayoutMk cId="1981472734" sldId="2147483651"/>
          </pc:sldLayoutMkLst>
          <pc:spChg chg="mod">
            <ac:chgData name="蒼太 石田" userId="9ce2a85639c7f04e" providerId="LiveId" clId="{D8F4C1B3-BE05-4425-9C9A-85BF810AB0AF}" dt="2026-06-01T06:28:58.626" v="133" actId="20577"/>
            <ac:spMkLst>
              <pc:docMk/>
              <pc:sldMasterMk cId="1442257312" sldId="2147483648"/>
              <pc:sldLayoutMk cId="1981472734" sldId="2147483651"/>
              <ac:spMk id="6" creationId="{BB3F4EAC-1788-7326-9E4E-04B1F717CC95}"/>
            </ac:spMkLst>
          </pc:spChg>
        </pc:sldLayoutChg>
        <pc:sldLayoutChg chg="modSp mod">
          <pc:chgData name="蒼太 石田" userId="9ce2a85639c7f04e" providerId="LiveId" clId="{D8F4C1B3-BE05-4425-9C9A-85BF810AB0AF}" dt="2026-06-01T06:29:02.061" v="134" actId="20577"/>
          <pc:sldLayoutMkLst>
            <pc:docMk/>
            <pc:sldMasterMk cId="1442257312" sldId="2147483648"/>
            <pc:sldLayoutMk cId="940145221" sldId="2147483652"/>
          </pc:sldLayoutMkLst>
          <pc:spChg chg="mod">
            <ac:chgData name="蒼太 石田" userId="9ce2a85639c7f04e" providerId="LiveId" clId="{D8F4C1B3-BE05-4425-9C9A-85BF810AB0AF}" dt="2026-06-01T06:29:02.061" v="134" actId="20577"/>
            <ac:spMkLst>
              <pc:docMk/>
              <pc:sldMasterMk cId="1442257312" sldId="2147483648"/>
              <pc:sldLayoutMk cId="940145221" sldId="2147483652"/>
              <ac:spMk id="7" creationId="{D10A3EA6-53D9-4104-E950-2869A7F2A880}"/>
            </ac:spMkLst>
          </pc:spChg>
        </pc:sldLayoutChg>
        <pc:sldLayoutChg chg="modSp mod">
          <pc:chgData name="蒼太 石田" userId="9ce2a85639c7f04e" providerId="LiveId" clId="{D8F4C1B3-BE05-4425-9C9A-85BF810AB0AF}" dt="2026-06-01T06:29:05.968" v="135" actId="20577"/>
          <pc:sldLayoutMkLst>
            <pc:docMk/>
            <pc:sldMasterMk cId="1442257312" sldId="2147483648"/>
            <pc:sldLayoutMk cId="2399804411" sldId="2147483653"/>
          </pc:sldLayoutMkLst>
          <pc:spChg chg="mod">
            <ac:chgData name="蒼太 石田" userId="9ce2a85639c7f04e" providerId="LiveId" clId="{D8F4C1B3-BE05-4425-9C9A-85BF810AB0AF}" dt="2026-06-01T06:29:05.968" v="135" actId="20577"/>
            <ac:spMkLst>
              <pc:docMk/>
              <pc:sldMasterMk cId="1442257312" sldId="2147483648"/>
              <pc:sldLayoutMk cId="2399804411" sldId="2147483653"/>
              <ac:spMk id="9" creationId="{02E99C72-B653-5B11-A5DC-998B3AAFC378}"/>
            </ac:spMkLst>
          </pc:spChg>
        </pc:sldLayoutChg>
        <pc:sldLayoutChg chg="modSp mod">
          <pc:chgData name="蒼太 石田" userId="9ce2a85639c7f04e" providerId="LiveId" clId="{D8F4C1B3-BE05-4425-9C9A-85BF810AB0AF}" dt="2026-06-01T06:29:08.040" v="136" actId="20577"/>
          <pc:sldLayoutMkLst>
            <pc:docMk/>
            <pc:sldMasterMk cId="1442257312" sldId="2147483648"/>
            <pc:sldLayoutMk cId="28776161" sldId="2147483654"/>
          </pc:sldLayoutMkLst>
          <pc:spChg chg="mod">
            <ac:chgData name="蒼太 石田" userId="9ce2a85639c7f04e" providerId="LiveId" clId="{D8F4C1B3-BE05-4425-9C9A-85BF810AB0AF}" dt="2026-06-01T06:29:08.040" v="136" actId="20577"/>
            <ac:spMkLst>
              <pc:docMk/>
              <pc:sldMasterMk cId="1442257312" sldId="2147483648"/>
              <pc:sldLayoutMk cId="28776161" sldId="2147483654"/>
              <ac:spMk id="5" creationId="{19D3D661-5BFE-2C94-19C5-7DE5D10AE2E2}"/>
            </ac:spMkLst>
          </pc:spChg>
        </pc:sldLayoutChg>
        <pc:sldLayoutChg chg="modSp mod">
          <pc:chgData name="蒼太 石田" userId="9ce2a85639c7f04e" providerId="LiveId" clId="{D8F4C1B3-BE05-4425-9C9A-85BF810AB0AF}" dt="2026-06-01T06:29:11.953" v="138" actId="20577"/>
          <pc:sldLayoutMkLst>
            <pc:docMk/>
            <pc:sldMasterMk cId="1442257312" sldId="2147483648"/>
            <pc:sldLayoutMk cId="3185495373" sldId="2147483655"/>
          </pc:sldLayoutMkLst>
          <pc:spChg chg="mod">
            <ac:chgData name="蒼太 石田" userId="9ce2a85639c7f04e" providerId="LiveId" clId="{D8F4C1B3-BE05-4425-9C9A-85BF810AB0AF}" dt="2026-06-01T06:29:11.953" v="138" actId="20577"/>
            <ac:spMkLst>
              <pc:docMk/>
              <pc:sldMasterMk cId="1442257312" sldId="2147483648"/>
              <pc:sldLayoutMk cId="3185495373" sldId="2147483655"/>
              <ac:spMk id="4" creationId="{82162811-2FF8-8891-49FF-5D52DB3287BD}"/>
            </ac:spMkLst>
          </pc:spChg>
        </pc:sldLayoutChg>
        <pc:sldLayoutChg chg="modSp mod">
          <pc:chgData name="蒼太 石田" userId="9ce2a85639c7f04e" providerId="LiveId" clId="{D8F4C1B3-BE05-4425-9C9A-85BF810AB0AF}" dt="2026-06-01T06:29:15.964" v="141" actId="20577"/>
          <pc:sldLayoutMkLst>
            <pc:docMk/>
            <pc:sldMasterMk cId="1442257312" sldId="2147483648"/>
            <pc:sldLayoutMk cId="4172317354" sldId="2147483656"/>
          </pc:sldLayoutMkLst>
          <pc:spChg chg="mod">
            <ac:chgData name="蒼太 石田" userId="9ce2a85639c7f04e" providerId="LiveId" clId="{D8F4C1B3-BE05-4425-9C9A-85BF810AB0AF}" dt="2026-06-01T06:29:15.964" v="141" actId="20577"/>
            <ac:spMkLst>
              <pc:docMk/>
              <pc:sldMasterMk cId="1442257312" sldId="2147483648"/>
              <pc:sldLayoutMk cId="4172317354" sldId="2147483656"/>
              <ac:spMk id="7" creationId="{F8AF06A3-FF2B-FDC8-7276-A9C6D6B615A7}"/>
            </ac:spMkLst>
          </pc:spChg>
        </pc:sldLayoutChg>
        <pc:sldLayoutChg chg="modSp mod">
          <pc:chgData name="蒼太 石田" userId="9ce2a85639c7f04e" providerId="LiveId" clId="{D8F4C1B3-BE05-4425-9C9A-85BF810AB0AF}" dt="2026-06-01T06:29:18.779" v="142" actId="20577"/>
          <pc:sldLayoutMkLst>
            <pc:docMk/>
            <pc:sldMasterMk cId="1442257312" sldId="2147483648"/>
            <pc:sldLayoutMk cId="649539207" sldId="2147483657"/>
          </pc:sldLayoutMkLst>
          <pc:spChg chg="mod">
            <ac:chgData name="蒼太 石田" userId="9ce2a85639c7f04e" providerId="LiveId" clId="{D8F4C1B3-BE05-4425-9C9A-85BF810AB0AF}" dt="2026-06-01T06:29:18.779" v="142" actId="20577"/>
            <ac:spMkLst>
              <pc:docMk/>
              <pc:sldMasterMk cId="1442257312" sldId="2147483648"/>
              <pc:sldLayoutMk cId="649539207" sldId="2147483657"/>
              <ac:spMk id="7" creationId="{10583D8F-3DC9-BEEE-ED95-12DE2C758A1F}"/>
            </ac:spMkLst>
          </pc:spChg>
        </pc:sldLayoutChg>
        <pc:sldLayoutChg chg="modSp mod">
          <pc:chgData name="蒼太 石田" userId="9ce2a85639c7f04e" providerId="LiveId" clId="{D8F4C1B3-BE05-4425-9C9A-85BF810AB0AF}" dt="2026-06-01T06:29:21.335" v="143" actId="20577"/>
          <pc:sldLayoutMkLst>
            <pc:docMk/>
            <pc:sldMasterMk cId="1442257312" sldId="2147483648"/>
            <pc:sldLayoutMk cId="3868341646" sldId="2147483658"/>
          </pc:sldLayoutMkLst>
          <pc:spChg chg="mod">
            <ac:chgData name="蒼太 石田" userId="9ce2a85639c7f04e" providerId="LiveId" clId="{D8F4C1B3-BE05-4425-9C9A-85BF810AB0AF}" dt="2026-06-01T06:29:21.335" v="143" actId="20577"/>
            <ac:spMkLst>
              <pc:docMk/>
              <pc:sldMasterMk cId="1442257312" sldId="2147483648"/>
              <pc:sldLayoutMk cId="3868341646" sldId="2147483658"/>
              <ac:spMk id="6" creationId="{B5E0D732-51F6-B3A3-79E5-DD9E63BAFC53}"/>
            </ac:spMkLst>
          </pc:spChg>
        </pc:sldLayoutChg>
        <pc:sldLayoutChg chg="modSp mod">
          <pc:chgData name="蒼太 石田" userId="9ce2a85639c7f04e" providerId="LiveId" clId="{D8F4C1B3-BE05-4425-9C9A-85BF810AB0AF}" dt="2026-06-01T06:29:24.355" v="145" actId="20577"/>
          <pc:sldLayoutMkLst>
            <pc:docMk/>
            <pc:sldMasterMk cId="1442257312" sldId="2147483648"/>
            <pc:sldLayoutMk cId="2997839783" sldId="2147483659"/>
          </pc:sldLayoutMkLst>
          <pc:spChg chg="mod">
            <ac:chgData name="蒼太 石田" userId="9ce2a85639c7f04e" providerId="LiveId" clId="{D8F4C1B3-BE05-4425-9C9A-85BF810AB0AF}" dt="2026-06-01T06:29:24.355" v="145" actId="20577"/>
            <ac:spMkLst>
              <pc:docMk/>
              <pc:sldMasterMk cId="1442257312" sldId="2147483648"/>
              <pc:sldLayoutMk cId="2997839783" sldId="2147483659"/>
              <ac:spMk id="6" creationId="{1B4620ED-9F35-16FA-B161-A765D6BA8D5E}"/>
            </ac:spMkLst>
          </pc:spChg>
        </pc:sldLayoutChg>
      </pc:sldMasterChg>
      <pc:sldMasterChg chg="new del mod addSldLayout delSldLayout">
        <pc:chgData name="蒼太 石田" userId="9ce2a85639c7f04e" providerId="LiveId" clId="{D8F4C1B3-BE05-4425-9C9A-85BF810AB0AF}" dt="2026-06-01T06:30:43.413" v="157" actId="6938"/>
        <pc:sldMasterMkLst>
          <pc:docMk/>
          <pc:sldMasterMk cId="1349388420" sldId="2147483660"/>
        </pc:sldMasterMkLst>
        <pc:sldLayoutChg chg="new del replId">
          <pc:chgData name="蒼太 石田" userId="9ce2a85639c7f04e" providerId="LiveId" clId="{D8F4C1B3-BE05-4425-9C9A-85BF810AB0AF}" dt="2026-06-01T06:30:43.413" v="157" actId="6938"/>
          <pc:sldLayoutMkLst>
            <pc:docMk/>
            <pc:sldMasterMk cId="1349388420" sldId="2147483660"/>
            <pc:sldLayoutMk cId="1735108373" sldId="2147483661"/>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771976922" sldId="2147483662"/>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2663283729" sldId="2147483663"/>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4041397010" sldId="2147483664"/>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2147439728" sldId="2147483665"/>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3825787771" sldId="2147483666"/>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3327760928" sldId="2147483667"/>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3709867359" sldId="2147483668"/>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1709612291" sldId="2147483669"/>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3877331771" sldId="2147483670"/>
          </pc:sldLayoutMkLst>
        </pc:sldLayoutChg>
        <pc:sldLayoutChg chg="new del replId">
          <pc:chgData name="蒼太 石田" userId="9ce2a85639c7f04e" providerId="LiveId" clId="{D8F4C1B3-BE05-4425-9C9A-85BF810AB0AF}" dt="2026-06-01T06:30:43.413" v="157" actId="6938"/>
          <pc:sldLayoutMkLst>
            <pc:docMk/>
            <pc:sldMasterMk cId="1349388420" sldId="2147483660"/>
            <pc:sldLayoutMk cId="2949223012"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E9050D-AFCA-4009-9C17-94AD3A972F56}" type="datetimeFigureOut">
              <a:rPr kumimoji="1" lang="ja-JP" altLang="en-US" smtClean="0"/>
              <a:t>2026/6/1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4A47B7-52CD-4B5E-987D-F814F30A1496}" type="slidenum">
              <a:rPr kumimoji="1" lang="ja-JP" altLang="en-US" smtClean="0"/>
              <a:t>‹#›</a:t>
            </a:fld>
            <a:endParaRPr kumimoji="1" lang="ja-JP" altLang="en-US"/>
          </a:p>
        </p:txBody>
      </p:sp>
    </p:spTree>
    <p:extLst>
      <p:ext uri="{BB962C8B-B14F-4D97-AF65-F5344CB8AC3E}">
        <p14:creationId xmlns:p14="http://schemas.microsoft.com/office/powerpoint/2010/main" val="13055095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8EBEA75-4F85-20E5-3840-5105D729CC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タイトル 9">
            <a:extLst>
              <a:ext uri="{FF2B5EF4-FFF2-40B4-BE49-F238E27FC236}">
                <a16:creationId xmlns:a16="http://schemas.microsoft.com/office/drawing/2014/main" id="{7335962B-2ABD-D246-DAB2-F4A325BCB976}"/>
              </a:ext>
            </a:extLst>
          </p:cNvPr>
          <p:cNvSpPr>
            <a:spLocks noGrp="1"/>
          </p:cNvSpPr>
          <p:nvPr>
            <p:ph type="title"/>
          </p:nvPr>
        </p:nvSpPr>
        <p:spPr/>
        <p:txBody>
          <a:bodyPr/>
          <a:lstStyle/>
          <a:p>
            <a:r>
              <a:rPr kumimoji="1" lang="ja-JP" altLang="en-US"/>
              <a:t>マスター タイトルの書式設定</a:t>
            </a:r>
          </a:p>
        </p:txBody>
      </p:sp>
      <p:sp>
        <p:nvSpPr>
          <p:cNvPr id="11" name="日付プレースホルダー 10">
            <a:extLst>
              <a:ext uri="{FF2B5EF4-FFF2-40B4-BE49-F238E27FC236}">
                <a16:creationId xmlns:a16="http://schemas.microsoft.com/office/drawing/2014/main" id="{1AF06985-E098-0E9B-4CD2-24E5930316E2}"/>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12" name="フッター プレースホルダー 11">
            <a:extLst>
              <a:ext uri="{FF2B5EF4-FFF2-40B4-BE49-F238E27FC236}">
                <a16:creationId xmlns:a16="http://schemas.microsoft.com/office/drawing/2014/main" id="{75225FD4-60F7-95FC-443B-A727F2144539}"/>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13" name="スライド番号プレースホルダー 12">
            <a:extLst>
              <a:ext uri="{FF2B5EF4-FFF2-40B4-BE49-F238E27FC236}">
                <a16:creationId xmlns:a16="http://schemas.microsoft.com/office/drawing/2014/main" id="{3EE73136-C2B1-1E55-601F-E7DBD119C13A}"/>
              </a:ext>
            </a:extLst>
          </p:cNvPr>
          <p:cNvSpPr>
            <a:spLocks noGrp="1"/>
          </p:cNvSpPr>
          <p:nvPr>
            <p:ph type="sldNum" sz="quarter" idx="12"/>
          </p:nvPr>
        </p:nvSpPr>
        <p:spPr/>
        <p:txBody>
          <a:bodyPr/>
          <a:lstStyle/>
          <a:p>
            <a:r>
              <a:rPr lang="en-US" altLang="ja-JP"/>
              <a:t>1</a:t>
            </a:r>
            <a:endParaRPr lang="ja-JP" altLang="en-US" sz="1600" dirty="0"/>
          </a:p>
        </p:txBody>
      </p:sp>
    </p:spTree>
    <p:extLst>
      <p:ext uri="{BB962C8B-B14F-4D97-AF65-F5344CB8AC3E}">
        <p14:creationId xmlns:p14="http://schemas.microsoft.com/office/powerpoint/2010/main" val="3688213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1504A-913B-A449-76A3-A4DFF4B8C3D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D713B9E-12AD-95F7-0677-BFAC59DBB98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08B3211-B11A-1E10-4C8D-3F014718A0C7}"/>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4886737-58BB-C7D7-930F-2785DFAB3FCC}"/>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BAAD8E9-71DE-4146-C696-F70AA17F6174}"/>
              </a:ext>
            </a:extLst>
          </p:cNvPr>
          <p:cNvSpPr>
            <a:spLocks noGrp="1"/>
          </p:cNvSpPr>
          <p:nvPr>
            <p:ph type="sldNum" sz="quarter" idx="12"/>
          </p:nvPr>
        </p:nvSpPr>
        <p:spPr/>
        <p:txBody>
          <a:bodyPr/>
          <a:lstStyle/>
          <a:p>
            <a:r>
              <a:rPr kumimoji="1" lang="en-US" altLang="ja-JP" dirty="0"/>
              <a:t>2</a:t>
            </a:r>
            <a:endParaRPr kumimoji="1" lang="ja-JP" altLang="en-US" dirty="0"/>
          </a:p>
        </p:txBody>
      </p:sp>
    </p:spTree>
    <p:extLst>
      <p:ext uri="{BB962C8B-B14F-4D97-AF65-F5344CB8AC3E}">
        <p14:creationId xmlns:p14="http://schemas.microsoft.com/office/powerpoint/2010/main" val="3127639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2640E4-8673-F397-7686-2381E724753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73C73D4-7563-4DC3-3B40-10CDA37B6F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FCFE8CD-9219-4B40-0A0D-B7C3A3CD3B27}"/>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D2995841-0FED-0134-D8B9-356AFB065E2B}"/>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3F4EAC-1788-7326-9E4E-04B1F717CC95}"/>
              </a:ext>
            </a:extLst>
          </p:cNvPr>
          <p:cNvSpPr>
            <a:spLocks noGrp="1"/>
          </p:cNvSpPr>
          <p:nvPr>
            <p:ph type="sldNum" sz="quarter" idx="12"/>
          </p:nvPr>
        </p:nvSpPr>
        <p:spPr/>
        <p:txBody>
          <a:bodyPr/>
          <a:lstStyle/>
          <a:p>
            <a:r>
              <a:rPr kumimoji="1" lang="en-US" altLang="ja-JP" dirty="0"/>
              <a:t>3</a:t>
            </a:r>
            <a:endParaRPr kumimoji="1" lang="ja-JP" altLang="en-US" dirty="0"/>
          </a:p>
        </p:txBody>
      </p:sp>
    </p:spTree>
    <p:extLst>
      <p:ext uri="{BB962C8B-B14F-4D97-AF65-F5344CB8AC3E}">
        <p14:creationId xmlns:p14="http://schemas.microsoft.com/office/powerpoint/2010/main" val="1981472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B8D19-2C72-6831-3D5A-7F2AB4DDB3D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D945A4F-27CC-CEC8-BC54-13F891B41A7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59F9984-80A5-0118-1C04-AB7E083E480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3F20338-20EB-0665-89F8-62C8A246B134}"/>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フッター プレースホルダー 5">
            <a:extLst>
              <a:ext uri="{FF2B5EF4-FFF2-40B4-BE49-F238E27FC236}">
                <a16:creationId xmlns:a16="http://schemas.microsoft.com/office/drawing/2014/main" id="{C9D41F45-2966-88AB-0958-A5A155A7D720}"/>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10A3EA6-53D9-4104-E950-2869A7F2A880}"/>
              </a:ext>
            </a:extLst>
          </p:cNvPr>
          <p:cNvSpPr>
            <a:spLocks noGrp="1"/>
          </p:cNvSpPr>
          <p:nvPr>
            <p:ph type="sldNum" sz="quarter" idx="12"/>
          </p:nvPr>
        </p:nvSpPr>
        <p:spPr/>
        <p:txBody>
          <a:bodyPr/>
          <a:lstStyle/>
          <a:p>
            <a:r>
              <a:rPr kumimoji="1" lang="en-US" altLang="ja-JP" dirty="0"/>
              <a:t>4</a:t>
            </a:r>
            <a:endParaRPr kumimoji="1" lang="ja-JP" altLang="en-US" dirty="0"/>
          </a:p>
        </p:txBody>
      </p:sp>
    </p:spTree>
    <p:extLst>
      <p:ext uri="{BB962C8B-B14F-4D97-AF65-F5344CB8AC3E}">
        <p14:creationId xmlns:p14="http://schemas.microsoft.com/office/powerpoint/2010/main" val="940145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0FBCB2-01C5-CE8E-5AD1-A7FBB23B075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22D7DB-3B2B-296F-BB48-05F24F289B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2688804-7132-A97F-6AD9-543FF3830FB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E580168-43D1-F27F-B462-1FC28674A7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3A0BE59-B34A-8CD9-2F1A-5E243AE872E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EDE4533-691C-F484-90CD-F605E509495A}"/>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8" name="フッター プレースホルダー 7">
            <a:extLst>
              <a:ext uri="{FF2B5EF4-FFF2-40B4-BE49-F238E27FC236}">
                <a16:creationId xmlns:a16="http://schemas.microsoft.com/office/drawing/2014/main" id="{2CF5D7AE-8474-F6FB-824E-45958C6BAA23}"/>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2E99C72-B653-5B11-A5DC-998B3AAFC378}"/>
              </a:ext>
            </a:extLst>
          </p:cNvPr>
          <p:cNvSpPr>
            <a:spLocks noGrp="1"/>
          </p:cNvSpPr>
          <p:nvPr>
            <p:ph type="sldNum" sz="quarter" idx="12"/>
          </p:nvPr>
        </p:nvSpPr>
        <p:spPr/>
        <p:txBody>
          <a:bodyPr/>
          <a:lstStyle/>
          <a:p>
            <a:r>
              <a:rPr kumimoji="1" lang="en-US" altLang="ja-JP" dirty="0"/>
              <a:t>4</a:t>
            </a:r>
            <a:endParaRPr kumimoji="1" lang="ja-JP" altLang="en-US" dirty="0"/>
          </a:p>
        </p:txBody>
      </p:sp>
    </p:spTree>
    <p:extLst>
      <p:ext uri="{BB962C8B-B14F-4D97-AF65-F5344CB8AC3E}">
        <p14:creationId xmlns:p14="http://schemas.microsoft.com/office/powerpoint/2010/main" val="2399804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B6FB91-480D-5070-A1CF-6EA76F6F381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4A46C3F-C4D5-5FFD-50F6-426EBB5E48BB}"/>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4" name="フッター プレースホルダー 3">
            <a:extLst>
              <a:ext uri="{FF2B5EF4-FFF2-40B4-BE49-F238E27FC236}">
                <a16:creationId xmlns:a16="http://schemas.microsoft.com/office/drawing/2014/main" id="{B8A6930F-E9B6-9F73-C18E-5CDDCF9CDD23}"/>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9D3D661-5BFE-2C94-19C5-7DE5D10AE2E2}"/>
              </a:ext>
            </a:extLst>
          </p:cNvPr>
          <p:cNvSpPr>
            <a:spLocks noGrp="1"/>
          </p:cNvSpPr>
          <p:nvPr>
            <p:ph type="sldNum" sz="quarter" idx="12"/>
          </p:nvPr>
        </p:nvSpPr>
        <p:spPr/>
        <p:txBody>
          <a:bodyPr/>
          <a:lstStyle/>
          <a:p>
            <a:r>
              <a:rPr kumimoji="1" lang="en-US" altLang="ja-JP" dirty="0"/>
              <a:t>5</a:t>
            </a:r>
            <a:endParaRPr kumimoji="1" lang="ja-JP" altLang="en-US" dirty="0"/>
          </a:p>
        </p:txBody>
      </p:sp>
    </p:spTree>
    <p:extLst>
      <p:ext uri="{BB962C8B-B14F-4D97-AF65-F5344CB8AC3E}">
        <p14:creationId xmlns:p14="http://schemas.microsoft.com/office/powerpoint/2010/main" val="2877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AF3C02B-3E9F-25CF-11D1-284B002FAEF1}"/>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3" name="フッター プレースホルダー 2">
            <a:extLst>
              <a:ext uri="{FF2B5EF4-FFF2-40B4-BE49-F238E27FC236}">
                <a16:creationId xmlns:a16="http://schemas.microsoft.com/office/drawing/2014/main" id="{6E5AB35C-23AD-53D8-90CA-4F9EEAA19E95}"/>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2162811-2FF8-8891-49FF-5D52DB3287BD}"/>
              </a:ext>
            </a:extLst>
          </p:cNvPr>
          <p:cNvSpPr>
            <a:spLocks noGrp="1"/>
          </p:cNvSpPr>
          <p:nvPr>
            <p:ph type="sldNum" sz="quarter" idx="12"/>
          </p:nvPr>
        </p:nvSpPr>
        <p:spPr/>
        <p:txBody>
          <a:bodyPr/>
          <a:lstStyle/>
          <a:p>
            <a:r>
              <a:rPr kumimoji="1" lang="en-US" altLang="ja-JP" dirty="0"/>
              <a:t>6</a:t>
            </a:r>
            <a:endParaRPr kumimoji="1" lang="ja-JP" altLang="en-US" dirty="0"/>
          </a:p>
        </p:txBody>
      </p:sp>
    </p:spTree>
    <p:extLst>
      <p:ext uri="{BB962C8B-B14F-4D97-AF65-F5344CB8AC3E}">
        <p14:creationId xmlns:p14="http://schemas.microsoft.com/office/powerpoint/2010/main" val="3185495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DC468-8D79-C51F-9AA8-3384D5934F7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D268AF-8719-9BFB-4B15-55AE8EB756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A34F44C-362C-0B74-433B-521989B5C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B65AD79-49DF-7975-D256-EAD59C2DC175}"/>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フッター プレースホルダー 5">
            <a:extLst>
              <a:ext uri="{FF2B5EF4-FFF2-40B4-BE49-F238E27FC236}">
                <a16:creationId xmlns:a16="http://schemas.microsoft.com/office/drawing/2014/main" id="{B7143075-6133-C876-A36A-C6643E46378C}"/>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8AF06A3-FF2B-FDC8-7276-A9C6D6B615A7}"/>
              </a:ext>
            </a:extLst>
          </p:cNvPr>
          <p:cNvSpPr>
            <a:spLocks noGrp="1"/>
          </p:cNvSpPr>
          <p:nvPr>
            <p:ph type="sldNum" sz="quarter" idx="12"/>
          </p:nvPr>
        </p:nvSpPr>
        <p:spPr/>
        <p:txBody>
          <a:bodyPr/>
          <a:lstStyle/>
          <a:p>
            <a:r>
              <a:rPr kumimoji="1" lang="en-US" altLang="ja-JP" dirty="0"/>
              <a:t>7</a:t>
            </a:r>
            <a:endParaRPr kumimoji="1" lang="ja-JP" altLang="en-US" dirty="0"/>
          </a:p>
        </p:txBody>
      </p:sp>
    </p:spTree>
    <p:extLst>
      <p:ext uri="{BB962C8B-B14F-4D97-AF65-F5344CB8AC3E}">
        <p14:creationId xmlns:p14="http://schemas.microsoft.com/office/powerpoint/2010/main" val="4172317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090011-78FB-CE0D-27AF-96737A0EA1A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0C19041-2A31-4EE7-1C68-2B858A51F5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4D0A848-2D65-BB6A-FD05-66BC3B1994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AAB7FCA-E5AA-5545-54DA-451E701AE1E6}"/>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フッター プレースホルダー 5">
            <a:extLst>
              <a:ext uri="{FF2B5EF4-FFF2-40B4-BE49-F238E27FC236}">
                <a16:creationId xmlns:a16="http://schemas.microsoft.com/office/drawing/2014/main" id="{6C95DB3B-B735-0B3D-A30D-5C4C482E7994}"/>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0583D8F-3DC9-BEEE-ED95-12DE2C758A1F}"/>
              </a:ext>
            </a:extLst>
          </p:cNvPr>
          <p:cNvSpPr>
            <a:spLocks noGrp="1"/>
          </p:cNvSpPr>
          <p:nvPr>
            <p:ph type="sldNum" sz="quarter" idx="12"/>
          </p:nvPr>
        </p:nvSpPr>
        <p:spPr/>
        <p:txBody>
          <a:bodyPr/>
          <a:lstStyle/>
          <a:p>
            <a:r>
              <a:rPr kumimoji="1" lang="en-US" altLang="ja-JP" dirty="0"/>
              <a:t>8</a:t>
            </a:r>
            <a:endParaRPr kumimoji="1" lang="ja-JP" altLang="en-US" dirty="0"/>
          </a:p>
        </p:txBody>
      </p:sp>
    </p:spTree>
    <p:extLst>
      <p:ext uri="{BB962C8B-B14F-4D97-AF65-F5344CB8AC3E}">
        <p14:creationId xmlns:p14="http://schemas.microsoft.com/office/powerpoint/2010/main" val="649539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F904C1-CF5A-1832-D8F3-A721B3BFC59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99B5DE6-DCC8-A3B5-C79B-E1327C39C81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E12699-605D-1CE4-BE10-3613424AAF48}"/>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8C60A18-5259-1B0A-883D-EB90AF6E8F6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E0D732-51F6-B3A3-79E5-DD9E63BAFC53}"/>
              </a:ext>
            </a:extLst>
          </p:cNvPr>
          <p:cNvSpPr>
            <a:spLocks noGrp="1"/>
          </p:cNvSpPr>
          <p:nvPr>
            <p:ph type="sldNum" sz="quarter" idx="12"/>
          </p:nvPr>
        </p:nvSpPr>
        <p:spPr/>
        <p:txBody>
          <a:bodyPr/>
          <a:lstStyle/>
          <a:p>
            <a:r>
              <a:rPr kumimoji="1" lang="en-US" altLang="ja-JP" dirty="0"/>
              <a:t>9</a:t>
            </a:r>
            <a:endParaRPr kumimoji="1" lang="ja-JP" altLang="en-US" dirty="0"/>
          </a:p>
        </p:txBody>
      </p:sp>
    </p:spTree>
    <p:extLst>
      <p:ext uri="{BB962C8B-B14F-4D97-AF65-F5344CB8AC3E}">
        <p14:creationId xmlns:p14="http://schemas.microsoft.com/office/powerpoint/2010/main" val="3868341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BE271CF-E2C4-7F9D-66A4-20DDD6C8058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3C11E47-1F24-C576-B1E0-543C64E3A68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3330ACC-30E4-5817-31AB-224535CEB192}"/>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DA48E177-34AC-8E83-F995-A17FD280BFE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4620ED-9F35-16FA-B161-A765D6BA8D5E}"/>
              </a:ext>
            </a:extLst>
          </p:cNvPr>
          <p:cNvSpPr>
            <a:spLocks noGrp="1"/>
          </p:cNvSpPr>
          <p:nvPr>
            <p:ph type="sldNum" sz="quarter" idx="12"/>
          </p:nvPr>
        </p:nvSpPr>
        <p:spPr/>
        <p:txBody>
          <a:bodyPr/>
          <a:lstStyle/>
          <a:p>
            <a:r>
              <a:rPr lang="en-US" altLang="ja-JP" dirty="0"/>
              <a:t>10</a:t>
            </a:r>
            <a:endParaRPr kumimoji="1" lang="ja-JP" altLang="en-US" dirty="0"/>
          </a:p>
        </p:txBody>
      </p:sp>
    </p:spTree>
    <p:extLst>
      <p:ext uri="{BB962C8B-B14F-4D97-AF65-F5344CB8AC3E}">
        <p14:creationId xmlns:p14="http://schemas.microsoft.com/office/powerpoint/2010/main" val="2997839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6B5AAD8-0FCB-287F-E129-C3F80E75EB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6756043-D5FD-7EAF-7D58-8DEB4A0F22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462CD6DC-0D90-500A-B974-57D536A2E8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r>
              <a:rPr lang="en-US" altLang="ja-JP" dirty="0"/>
              <a:t>1</a:t>
            </a:r>
          </a:p>
        </p:txBody>
      </p:sp>
    </p:spTree>
    <p:extLst>
      <p:ext uri="{BB962C8B-B14F-4D97-AF65-F5344CB8AC3E}">
        <p14:creationId xmlns:p14="http://schemas.microsoft.com/office/powerpoint/2010/main" val="1442257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pmc.ncbi.nlm.nih.gov/articles/PMC538195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84645D-8218-132F-86BA-7273FF638A69}"/>
              </a:ext>
            </a:extLst>
          </p:cNvPr>
          <p:cNvSpPr>
            <a:spLocks noGrp="1"/>
          </p:cNvSpPr>
          <p:nvPr>
            <p:ph type="ctrTitle"/>
          </p:nvPr>
        </p:nvSpPr>
        <p:spPr>
          <a:xfrm>
            <a:off x="1524000" y="1791854"/>
            <a:ext cx="9144000" cy="2281382"/>
          </a:xfrm>
        </p:spPr>
        <p:txBody>
          <a:bodyPr>
            <a:normAutofit/>
          </a:bodyPr>
          <a:lstStyle/>
          <a:p>
            <a:pPr algn="ctr"/>
            <a:r>
              <a:rPr lang="en-US" altLang="ja-JP" sz="5400" b="1" dirty="0"/>
              <a:t>CRISPR</a:t>
            </a:r>
            <a:r>
              <a:rPr lang="ja-JP" altLang="en-US" sz="5400" b="1" dirty="0"/>
              <a:t>遺伝子ドライブの</a:t>
            </a:r>
            <a:br>
              <a:rPr lang="en-US" altLang="ja-JP" sz="5400" b="1" dirty="0"/>
            </a:br>
            <a:r>
              <a:rPr lang="ja-JP" altLang="en-US" sz="5400" b="1" dirty="0"/>
              <a:t>進化的動態</a:t>
            </a:r>
            <a:endParaRPr kumimoji="1" lang="ja-JP" altLang="en-US" sz="5400" dirty="0">
              <a:latin typeface="+mn-ea"/>
              <a:ea typeface="+mn-ea"/>
            </a:endParaRPr>
          </a:p>
        </p:txBody>
      </p:sp>
      <p:sp>
        <p:nvSpPr>
          <p:cNvPr id="3" name="字幕 2">
            <a:extLst>
              <a:ext uri="{FF2B5EF4-FFF2-40B4-BE49-F238E27FC236}">
                <a16:creationId xmlns:a16="http://schemas.microsoft.com/office/drawing/2014/main" id="{A0C85161-ED55-7FB9-000E-236FAB1F0864}"/>
              </a:ext>
            </a:extLst>
          </p:cNvPr>
          <p:cNvSpPr>
            <a:spLocks noGrp="1"/>
          </p:cNvSpPr>
          <p:nvPr>
            <p:ph type="subTitle" idx="1"/>
          </p:nvPr>
        </p:nvSpPr>
        <p:spPr>
          <a:xfrm>
            <a:off x="1524000" y="4599708"/>
            <a:ext cx="9144000" cy="658091"/>
          </a:xfrm>
        </p:spPr>
        <p:txBody>
          <a:bodyPr/>
          <a:lstStyle/>
          <a:p>
            <a:r>
              <a:rPr lang="ja-JP" altLang="en-US" dirty="0"/>
              <a:t>染谷研究室　</a:t>
            </a:r>
            <a:r>
              <a:rPr kumimoji="1" lang="en-US" altLang="ja-JP" dirty="0"/>
              <a:t>3CDI1201</a:t>
            </a:r>
            <a:r>
              <a:rPr kumimoji="1" lang="ja-JP" altLang="en-US" dirty="0"/>
              <a:t>　石田 蒼太</a:t>
            </a:r>
          </a:p>
        </p:txBody>
      </p:sp>
    </p:spTree>
    <p:extLst>
      <p:ext uri="{BB962C8B-B14F-4D97-AF65-F5344CB8AC3E}">
        <p14:creationId xmlns:p14="http://schemas.microsoft.com/office/powerpoint/2010/main" val="712882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AE3420-B1D3-C5EE-A878-318A028F0BA5}"/>
              </a:ext>
            </a:extLst>
          </p:cNvPr>
          <p:cNvSpPr>
            <a:spLocks noGrp="1"/>
          </p:cNvSpPr>
          <p:nvPr>
            <p:ph type="title"/>
          </p:nvPr>
        </p:nvSpPr>
        <p:spPr>
          <a:ln>
            <a:noFill/>
          </a:ln>
        </p:spPr>
        <p:txBody>
          <a:bodyPr>
            <a:normAutofit/>
          </a:bodyPr>
          <a:lstStyle/>
          <a:p>
            <a:r>
              <a:rPr kumimoji="1" lang="ja-JP" altLang="en-US" sz="5400" u="sng" dirty="0"/>
              <a:t>研究背景</a:t>
            </a:r>
          </a:p>
        </p:txBody>
      </p:sp>
      <p:sp>
        <p:nvSpPr>
          <p:cNvPr id="3" name="コンテンツ プレースホルダー 2">
            <a:extLst>
              <a:ext uri="{FF2B5EF4-FFF2-40B4-BE49-F238E27FC236}">
                <a16:creationId xmlns:a16="http://schemas.microsoft.com/office/drawing/2014/main" id="{5E1760C8-C3B1-0C3A-10A2-59792B4EE825}"/>
              </a:ext>
            </a:extLst>
          </p:cNvPr>
          <p:cNvSpPr>
            <a:spLocks noGrp="1"/>
          </p:cNvSpPr>
          <p:nvPr>
            <p:ph idx="1"/>
          </p:nvPr>
        </p:nvSpPr>
        <p:spPr/>
        <p:txBody>
          <a:bodyPr/>
          <a:lstStyle/>
          <a:p>
            <a:pPr marL="0" indent="0">
              <a:buNone/>
            </a:pPr>
            <a:endParaRPr lang="en-US" altLang="ja-JP" dirty="0"/>
          </a:p>
          <a:p>
            <a:pPr marL="0" indent="0">
              <a:buNone/>
            </a:pPr>
            <a:r>
              <a:rPr lang="en-US" altLang="ja-JP" dirty="0"/>
              <a:t>CRISPR</a:t>
            </a:r>
            <a:r>
              <a:rPr lang="ja-JP" altLang="en-US" dirty="0"/>
              <a:t>遺伝子ドライブは</a:t>
            </a:r>
            <a:r>
              <a:rPr lang="ja-JP" altLang="en-US" dirty="0">
                <a:highlight>
                  <a:srgbClr val="FFFF00"/>
                </a:highlight>
              </a:rPr>
              <a:t>特定遺伝子</a:t>
            </a:r>
            <a:r>
              <a:rPr lang="en-US" altLang="ja-JP" dirty="0"/>
              <a:t>50%</a:t>
            </a:r>
            <a:r>
              <a:rPr lang="ja-JP" altLang="en-US"/>
              <a:t>を超えて伝達</a:t>
            </a:r>
            <a:endParaRPr lang="en-US" altLang="ja-JP" dirty="0"/>
          </a:p>
          <a:p>
            <a:pPr marL="0" indent="0">
              <a:buNone/>
            </a:pPr>
            <a:endParaRPr lang="en-US" altLang="ja-JP" dirty="0"/>
          </a:p>
          <a:p>
            <a:pPr marL="0" indent="0">
              <a:buNone/>
            </a:pPr>
            <a:r>
              <a:rPr kumimoji="1" lang="ja-JP" altLang="en-US" dirty="0"/>
              <a:t>マラリア媒介蚊の制御、外来種対策に応用が期待</a:t>
            </a:r>
            <a:endParaRPr kumimoji="1" lang="en-US" altLang="ja-JP" dirty="0"/>
          </a:p>
          <a:p>
            <a:pPr marL="0" indent="0">
              <a:buNone/>
            </a:pPr>
            <a:endParaRPr lang="en-US" altLang="ja-JP" dirty="0"/>
          </a:p>
          <a:p>
            <a:pPr marL="0" indent="0">
              <a:buNone/>
            </a:pPr>
            <a:r>
              <a:rPr kumimoji="1" lang="ja-JP" altLang="en-US" dirty="0"/>
              <a:t>自然集団での拡散、抵抗遺伝子への想定が不十分</a:t>
            </a:r>
          </a:p>
        </p:txBody>
      </p:sp>
      <p:sp>
        <p:nvSpPr>
          <p:cNvPr id="4" name="スライド番号プレースホルダー 3">
            <a:extLst>
              <a:ext uri="{FF2B5EF4-FFF2-40B4-BE49-F238E27FC236}">
                <a16:creationId xmlns:a16="http://schemas.microsoft.com/office/drawing/2014/main" id="{CF048EBC-21C5-614F-18E8-47626406F18B}"/>
              </a:ext>
            </a:extLst>
          </p:cNvPr>
          <p:cNvSpPr>
            <a:spLocks noGrp="1"/>
          </p:cNvSpPr>
          <p:nvPr>
            <p:ph type="sldNum" sz="quarter" idx="12"/>
          </p:nvPr>
        </p:nvSpPr>
        <p:spPr/>
        <p:txBody>
          <a:bodyPr/>
          <a:lstStyle/>
          <a:p>
            <a:r>
              <a:rPr kumimoji="1" lang="en-US" altLang="ja-JP"/>
              <a:t>2</a:t>
            </a:r>
            <a:endParaRPr kumimoji="1" lang="ja-JP" altLang="en-US" dirty="0"/>
          </a:p>
        </p:txBody>
      </p:sp>
    </p:spTree>
    <p:extLst>
      <p:ext uri="{BB962C8B-B14F-4D97-AF65-F5344CB8AC3E}">
        <p14:creationId xmlns:p14="http://schemas.microsoft.com/office/powerpoint/2010/main" val="251943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B061D2-3662-E0CC-3B53-77F7D15B7762}"/>
              </a:ext>
            </a:extLst>
          </p:cNvPr>
          <p:cNvSpPr>
            <a:spLocks noGrp="1"/>
          </p:cNvSpPr>
          <p:nvPr>
            <p:ph type="title"/>
          </p:nvPr>
        </p:nvSpPr>
        <p:spPr/>
        <p:txBody>
          <a:bodyPr>
            <a:normAutofit/>
          </a:bodyPr>
          <a:lstStyle/>
          <a:p>
            <a:r>
              <a:rPr kumimoji="1" lang="ja-JP" altLang="en-US" sz="5400" u="sng" dirty="0"/>
              <a:t>遺伝子ドライブ</a:t>
            </a:r>
          </a:p>
        </p:txBody>
      </p:sp>
      <p:sp>
        <p:nvSpPr>
          <p:cNvPr id="3" name="コンテンツ プレースホルダー 2">
            <a:extLst>
              <a:ext uri="{FF2B5EF4-FFF2-40B4-BE49-F238E27FC236}">
                <a16:creationId xmlns:a16="http://schemas.microsoft.com/office/drawing/2014/main" id="{2AD15E9A-FC05-5706-778B-F09F7D5492B1}"/>
              </a:ext>
            </a:extLst>
          </p:cNvPr>
          <p:cNvSpPr>
            <a:spLocks noGrp="1"/>
          </p:cNvSpPr>
          <p:nvPr>
            <p:ph idx="1"/>
          </p:nvPr>
        </p:nvSpPr>
        <p:spPr/>
        <p:txBody>
          <a:bodyPr/>
          <a:lstStyle/>
          <a:p>
            <a:pPr marL="0" indent="0">
              <a:buNone/>
            </a:pPr>
            <a:endParaRPr lang="en-US" altLang="ja-JP" dirty="0"/>
          </a:p>
          <a:p>
            <a:pPr marL="0" indent="0">
              <a:buNone/>
            </a:pPr>
            <a:r>
              <a:rPr lang="ja-JP" altLang="en-US" dirty="0"/>
              <a:t>遺伝子ドライブとは</a:t>
            </a:r>
            <a:endParaRPr lang="ja-JP" altLang="en-US" b="0" dirty="0">
              <a:effectLst/>
            </a:endParaRPr>
          </a:p>
          <a:p>
            <a:pPr marL="0" indent="0">
              <a:buNone/>
            </a:pPr>
            <a:r>
              <a:rPr lang="ja-JP" altLang="en-US" dirty="0"/>
              <a:t>　・ある遺伝要素が子に継承される確率を上昇させる</a:t>
            </a:r>
            <a:endParaRPr lang="ja-JP" altLang="en-US" b="0" dirty="0">
              <a:effectLst/>
            </a:endParaRPr>
          </a:p>
          <a:p>
            <a:pPr marL="0" indent="0">
              <a:buNone/>
            </a:pPr>
            <a:br>
              <a:rPr lang="ja-JP" altLang="en-US" dirty="0"/>
            </a:br>
            <a:r>
              <a:rPr lang="ja-JP" altLang="en-US" dirty="0"/>
              <a:t>実世界での課題</a:t>
            </a:r>
            <a:endParaRPr lang="en-US" altLang="ja-JP" dirty="0"/>
          </a:p>
          <a:p>
            <a:pPr marL="0" indent="0">
              <a:buNone/>
            </a:pPr>
            <a:r>
              <a:rPr kumimoji="1" lang="ja-JP" altLang="en-US" dirty="0"/>
              <a:t>　・生態系への影響</a:t>
            </a:r>
            <a:r>
              <a:rPr kumimoji="1" lang="en-US" altLang="ja-JP" dirty="0"/>
              <a:t>/</a:t>
            </a:r>
            <a:r>
              <a:rPr kumimoji="1" lang="ja-JP" altLang="en-US" dirty="0"/>
              <a:t>不可逆性</a:t>
            </a:r>
            <a:endParaRPr kumimoji="1" lang="en-US" altLang="ja-JP" dirty="0"/>
          </a:p>
        </p:txBody>
      </p:sp>
      <p:pic>
        <p:nvPicPr>
          <p:cNvPr id="2050" name="Picture 2" descr="ダイアグラム">
            <a:extLst>
              <a:ext uri="{FF2B5EF4-FFF2-40B4-BE49-F238E27FC236}">
                <a16:creationId xmlns:a16="http://schemas.microsoft.com/office/drawing/2014/main" id="{3A0CAD90-EA23-274A-5E7B-C784FE8164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7628" y="3476481"/>
            <a:ext cx="4457022" cy="2700482"/>
          </a:xfrm>
          <a:prstGeom prst="rect">
            <a:avLst/>
          </a:prstGeom>
          <a:noFill/>
          <a:extLst>
            <a:ext uri="{909E8E84-426E-40DD-AFC4-6F175D3DCCD1}">
              <a14:hiddenFill xmlns:a14="http://schemas.microsoft.com/office/drawing/2010/main">
                <a:solidFill>
                  <a:srgbClr val="FFFFFF"/>
                </a:solidFill>
              </a14:hiddenFill>
            </a:ext>
          </a:extLst>
        </p:spPr>
      </p:pic>
      <p:sp>
        <p:nvSpPr>
          <p:cNvPr id="4" name="スライド番号プレースホルダー 3">
            <a:extLst>
              <a:ext uri="{FF2B5EF4-FFF2-40B4-BE49-F238E27FC236}">
                <a16:creationId xmlns:a16="http://schemas.microsoft.com/office/drawing/2014/main" id="{B380B1DB-7BC0-3258-783A-7E7D3F67A1FF}"/>
              </a:ext>
            </a:extLst>
          </p:cNvPr>
          <p:cNvSpPr>
            <a:spLocks noGrp="1"/>
          </p:cNvSpPr>
          <p:nvPr>
            <p:ph type="sldNum" sz="quarter" idx="12"/>
          </p:nvPr>
        </p:nvSpPr>
        <p:spPr/>
        <p:txBody>
          <a:bodyPr/>
          <a:lstStyle/>
          <a:p>
            <a:r>
              <a:rPr kumimoji="1" lang="en-US" altLang="ja-JP"/>
              <a:t>2</a:t>
            </a:r>
            <a:endParaRPr kumimoji="1" lang="ja-JP" altLang="en-US" dirty="0"/>
          </a:p>
        </p:txBody>
      </p:sp>
      <p:sp>
        <p:nvSpPr>
          <p:cNvPr id="5" name="テキスト ボックス 4">
            <a:extLst>
              <a:ext uri="{FF2B5EF4-FFF2-40B4-BE49-F238E27FC236}">
                <a16:creationId xmlns:a16="http://schemas.microsoft.com/office/drawing/2014/main" id="{4A91F38F-1FB1-648D-09FA-DABB6EFA4164}"/>
              </a:ext>
            </a:extLst>
          </p:cNvPr>
          <p:cNvSpPr txBox="1"/>
          <p:nvPr/>
        </p:nvSpPr>
        <p:spPr>
          <a:xfrm>
            <a:off x="6637628" y="5959475"/>
            <a:ext cx="4457022" cy="253916"/>
          </a:xfrm>
          <a:prstGeom prst="rect">
            <a:avLst/>
          </a:prstGeom>
          <a:noFill/>
        </p:spPr>
        <p:txBody>
          <a:bodyPr wrap="square" rtlCol="0">
            <a:spAutoFit/>
          </a:bodyPr>
          <a:lstStyle/>
          <a:p>
            <a:r>
              <a:rPr lang="ja-JP" altLang="en-US" sz="1050" dirty="0"/>
              <a:t>図</a:t>
            </a:r>
            <a:r>
              <a:rPr lang="en-US" altLang="ja-JP" sz="1050" dirty="0"/>
              <a:t>1</a:t>
            </a:r>
            <a:r>
              <a:rPr lang="ja-JP" altLang="en-US" sz="1050" dirty="0"/>
              <a:t>：ドライブ型遺伝子の拡散</a:t>
            </a:r>
            <a:endParaRPr kumimoji="1" lang="ja-JP" altLang="en-US" sz="1050" dirty="0"/>
          </a:p>
        </p:txBody>
      </p:sp>
    </p:spTree>
    <p:extLst>
      <p:ext uri="{BB962C8B-B14F-4D97-AF65-F5344CB8AC3E}">
        <p14:creationId xmlns:p14="http://schemas.microsoft.com/office/powerpoint/2010/main" val="1367479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4FF6D1-BCCD-A67D-CBB3-9E4EBF74D1B5}"/>
              </a:ext>
            </a:extLst>
          </p:cNvPr>
          <p:cNvSpPr>
            <a:spLocks noGrp="1"/>
          </p:cNvSpPr>
          <p:nvPr>
            <p:ph type="title"/>
          </p:nvPr>
        </p:nvSpPr>
        <p:spPr/>
        <p:txBody>
          <a:bodyPr>
            <a:normAutofit/>
          </a:bodyPr>
          <a:lstStyle/>
          <a:p>
            <a:r>
              <a:rPr kumimoji="1" lang="ja-JP" altLang="en-US" sz="5400" u="sng" dirty="0"/>
              <a:t>研究目的</a:t>
            </a:r>
          </a:p>
        </p:txBody>
      </p:sp>
      <p:sp>
        <p:nvSpPr>
          <p:cNvPr id="3" name="コンテンツ プレースホルダー 2">
            <a:extLst>
              <a:ext uri="{FF2B5EF4-FFF2-40B4-BE49-F238E27FC236}">
                <a16:creationId xmlns:a16="http://schemas.microsoft.com/office/drawing/2014/main" id="{BF0D4510-52FC-7AB8-19AC-BA066886D8C5}"/>
              </a:ext>
            </a:extLst>
          </p:cNvPr>
          <p:cNvSpPr>
            <a:spLocks noGrp="1"/>
          </p:cNvSpPr>
          <p:nvPr>
            <p:ph idx="1"/>
          </p:nvPr>
        </p:nvSpPr>
        <p:spPr/>
        <p:txBody>
          <a:bodyPr/>
          <a:lstStyle/>
          <a:p>
            <a:pPr marL="0" indent="0">
              <a:buNone/>
            </a:pPr>
            <a:endParaRPr kumimoji="1" lang="en-US" altLang="ja-JP" dirty="0"/>
          </a:p>
          <a:p>
            <a:pPr marL="0" indent="0">
              <a:buNone/>
            </a:pPr>
            <a:r>
              <a:rPr kumimoji="1" lang="en-US" altLang="ja-JP" dirty="0"/>
              <a:t>CRISPR</a:t>
            </a:r>
            <a:r>
              <a:rPr kumimoji="1" lang="ja-JP" altLang="en-US" dirty="0"/>
              <a:t>遺伝子ドライブの集団内拡散過程を解析</a:t>
            </a:r>
            <a:endParaRPr kumimoji="1" lang="en-US" altLang="ja-JP" dirty="0"/>
          </a:p>
          <a:p>
            <a:pPr marL="0" indent="0">
              <a:buNone/>
            </a:pPr>
            <a:endParaRPr lang="en-US" altLang="ja-JP" dirty="0"/>
          </a:p>
          <a:p>
            <a:pPr marL="0" indent="0">
              <a:buNone/>
            </a:pPr>
            <a:r>
              <a:rPr kumimoji="1" lang="ja-JP" altLang="en-US" dirty="0">
                <a:highlight>
                  <a:srgbClr val="FFFF00"/>
                </a:highlight>
              </a:rPr>
              <a:t>ドライブ効率</a:t>
            </a:r>
            <a:r>
              <a:rPr kumimoji="1" lang="ja-JP" altLang="en-US" dirty="0"/>
              <a:t>の影響力を調査</a:t>
            </a:r>
            <a:endParaRPr kumimoji="1" lang="en-US" altLang="ja-JP" dirty="0"/>
          </a:p>
          <a:p>
            <a:pPr marL="0" indent="0">
              <a:buNone/>
            </a:pPr>
            <a:endParaRPr lang="en-US" altLang="ja-JP" dirty="0"/>
          </a:p>
          <a:p>
            <a:pPr marL="0" indent="0">
              <a:buNone/>
            </a:pPr>
            <a:r>
              <a:rPr kumimoji="1" lang="ja-JP" altLang="en-US" dirty="0"/>
              <a:t>抵抗遺伝子の発生による拡散影響の評価</a:t>
            </a:r>
            <a:endParaRPr kumimoji="1" lang="en-US" altLang="ja-JP" dirty="0"/>
          </a:p>
          <a:p>
            <a:pPr marL="0" indent="0">
              <a:buNone/>
            </a:pPr>
            <a:endParaRPr lang="en-US" altLang="ja-JP" dirty="0"/>
          </a:p>
          <a:p>
            <a:pPr marL="0" indent="0">
              <a:buNone/>
            </a:pPr>
            <a:r>
              <a:rPr kumimoji="1" lang="ja-JP" altLang="en-US" dirty="0"/>
              <a:t>実世界での運用条件の明確化</a:t>
            </a:r>
          </a:p>
        </p:txBody>
      </p:sp>
      <p:sp>
        <p:nvSpPr>
          <p:cNvPr id="4" name="スライド番号プレースホルダー 3">
            <a:extLst>
              <a:ext uri="{FF2B5EF4-FFF2-40B4-BE49-F238E27FC236}">
                <a16:creationId xmlns:a16="http://schemas.microsoft.com/office/drawing/2014/main" id="{A9B36DC6-EAFF-FBF8-BCF6-723EA6B1EC21}"/>
              </a:ext>
            </a:extLst>
          </p:cNvPr>
          <p:cNvSpPr>
            <a:spLocks noGrp="1"/>
          </p:cNvSpPr>
          <p:nvPr>
            <p:ph type="sldNum" sz="quarter" idx="12"/>
          </p:nvPr>
        </p:nvSpPr>
        <p:spPr/>
        <p:txBody>
          <a:bodyPr/>
          <a:lstStyle/>
          <a:p>
            <a:r>
              <a:rPr kumimoji="1" lang="en-US" altLang="ja-JP" dirty="0"/>
              <a:t>3</a:t>
            </a:r>
            <a:endParaRPr kumimoji="1" lang="ja-JP" altLang="en-US" dirty="0"/>
          </a:p>
        </p:txBody>
      </p:sp>
    </p:spTree>
    <p:extLst>
      <p:ext uri="{BB962C8B-B14F-4D97-AF65-F5344CB8AC3E}">
        <p14:creationId xmlns:p14="http://schemas.microsoft.com/office/powerpoint/2010/main" val="4263857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F1FFA0-3B8A-1C4C-01C8-4103A4D86F2E}"/>
              </a:ext>
            </a:extLst>
          </p:cNvPr>
          <p:cNvSpPr>
            <a:spLocks noGrp="1"/>
          </p:cNvSpPr>
          <p:nvPr>
            <p:ph type="title"/>
          </p:nvPr>
        </p:nvSpPr>
        <p:spPr/>
        <p:txBody>
          <a:bodyPr>
            <a:normAutofit/>
          </a:bodyPr>
          <a:lstStyle/>
          <a:p>
            <a:r>
              <a:rPr kumimoji="1" lang="ja-JP" altLang="en-US" sz="5400" u="sng" dirty="0"/>
              <a:t>手法</a:t>
            </a:r>
            <a:r>
              <a:rPr kumimoji="1" lang="en-US" altLang="ja-JP" sz="5400" u="sng" dirty="0"/>
              <a:t>(</a:t>
            </a:r>
            <a:r>
              <a:rPr kumimoji="1" lang="ja-JP" altLang="en-US" sz="5400" u="sng" dirty="0"/>
              <a:t>モデル化</a:t>
            </a:r>
            <a:r>
              <a:rPr kumimoji="1" lang="en-US" altLang="ja-JP" sz="5400" u="sng" dirty="0"/>
              <a:t>)</a:t>
            </a:r>
            <a:endParaRPr kumimoji="1" lang="ja-JP" altLang="en-US" sz="5400" u="sng" dirty="0"/>
          </a:p>
        </p:txBody>
      </p:sp>
      <p:sp>
        <p:nvSpPr>
          <p:cNvPr id="3" name="コンテンツ プレースホルダー 2">
            <a:extLst>
              <a:ext uri="{FF2B5EF4-FFF2-40B4-BE49-F238E27FC236}">
                <a16:creationId xmlns:a16="http://schemas.microsoft.com/office/drawing/2014/main" id="{20B35F26-C1FF-F67C-A1EB-C417EF811003}"/>
              </a:ext>
            </a:extLst>
          </p:cNvPr>
          <p:cNvSpPr>
            <a:spLocks noGrp="1"/>
          </p:cNvSpPr>
          <p:nvPr>
            <p:ph idx="1"/>
          </p:nvPr>
        </p:nvSpPr>
        <p:spPr>
          <a:xfrm>
            <a:off x="838200" y="1825625"/>
            <a:ext cx="4241800" cy="4351338"/>
          </a:xfrm>
        </p:spPr>
        <p:txBody>
          <a:bodyPr/>
          <a:lstStyle/>
          <a:p>
            <a:pPr marL="0" indent="0">
              <a:buNone/>
            </a:pPr>
            <a:endParaRPr kumimoji="1" lang="en-US" altLang="ja-JP" dirty="0"/>
          </a:p>
          <a:p>
            <a:pPr marL="0" indent="0">
              <a:buNone/>
            </a:pPr>
            <a:r>
              <a:rPr lang="ja-JP" altLang="en-US" dirty="0"/>
              <a:t>対立遺伝子を</a:t>
            </a:r>
            <a:endParaRPr lang="en-US" altLang="ja-JP" dirty="0"/>
          </a:p>
          <a:p>
            <a:pPr marL="0" indent="0">
              <a:buNone/>
            </a:pPr>
            <a:endParaRPr lang="en-US" altLang="ja-JP" dirty="0"/>
          </a:p>
          <a:p>
            <a:pPr marL="0" indent="0">
              <a:buNone/>
            </a:pPr>
            <a:r>
              <a:rPr kumimoji="1" lang="en-US" altLang="ja-JP" u="sng" dirty="0"/>
              <a:t>W</a:t>
            </a:r>
            <a:r>
              <a:rPr lang="ja-JP" altLang="en-US" u="sng" dirty="0"/>
              <a:t>：野生型遺伝子</a:t>
            </a:r>
            <a:endParaRPr lang="en-US" altLang="ja-JP" u="sng" dirty="0"/>
          </a:p>
          <a:p>
            <a:pPr marL="0" indent="0">
              <a:buNone/>
            </a:pPr>
            <a:r>
              <a:rPr kumimoji="1" lang="en-US" altLang="ja-JP" u="sng" dirty="0"/>
              <a:t>D</a:t>
            </a:r>
            <a:r>
              <a:rPr kumimoji="1" lang="ja-JP" altLang="en-US" u="sng" dirty="0"/>
              <a:t>：ドライブ型遺伝子</a:t>
            </a:r>
            <a:endParaRPr kumimoji="1" lang="en-US" altLang="ja-JP" u="sng" dirty="0"/>
          </a:p>
          <a:p>
            <a:pPr marL="0" indent="0">
              <a:buNone/>
            </a:pPr>
            <a:r>
              <a:rPr lang="en-US" altLang="ja-JP" u="sng" dirty="0"/>
              <a:t>R</a:t>
            </a:r>
            <a:r>
              <a:rPr lang="ja-JP" altLang="en-US" u="sng" dirty="0"/>
              <a:t>：抵抗型遺伝子</a:t>
            </a:r>
            <a:endParaRPr lang="en-US" altLang="ja-JP" u="sng" dirty="0"/>
          </a:p>
          <a:p>
            <a:pPr marL="0" indent="0">
              <a:buNone/>
            </a:pPr>
            <a:endParaRPr kumimoji="1" lang="en-US" altLang="ja-JP" dirty="0"/>
          </a:p>
          <a:p>
            <a:pPr marL="0" indent="0">
              <a:buNone/>
            </a:pPr>
            <a:r>
              <a:rPr lang="ja-JP" altLang="en-US" dirty="0"/>
              <a:t>の三種類で定義</a:t>
            </a:r>
            <a:endParaRPr kumimoji="1" lang="ja-JP" altLang="en-US" dirty="0"/>
          </a:p>
        </p:txBody>
      </p:sp>
      <p:pic>
        <p:nvPicPr>
          <p:cNvPr id="1026" name="Picture 2" descr="DNAのイラスト">
            <a:extLst>
              <a:ext uri="{FF2B5EF4-FFF2-40B4-BE49-F238E27FC236}">
                <a16:creationId xmlns:a16="http://schemas.microsoft.com/office/drawing/2014/main" id="{3F69DDCC-741F-D8A9-4E2C-55EECAE472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7783" y="3175409"/>
            <a:ext cx="3001554" cy="3001554"/>
          </a:xfrm>
          <a:prstGeom prst="rect">
            <a:avLst/>
          </a:prstGeom>
          <a:noFill/>
          <a:extLst>
            <a:ext uri="{909E8E84-426E-40DD-AFC4-6F175D3DCCD1}">
              <a14:hiddenFill xmlns:a14="http://schemas.microsoft.com/office/drawing/2010/main">
                <a:solidFill>
                  <a:srgbClr val="FFFFFF"/>
                </a:solidFill>
              </a14:hiddenFill>
            </a:ext>
          </a:extLst>
        </p:spPr>
      </p:pic>
      <p:sp>
        <p:nvSpPr>
          <p:cNvPr id="5" name="スライド番号プレースホルダー 4">
            <a:extLst>
              <a:ext uri="{FF2B5EF4-FFF2-40B4-BE49-F238E27FC236}">
                <a16:creationId xmlns:a16="http://schemas.microsoft.com/office/drawing/2014/main" id="{C1A290CE-3CEE-841B-7BEE-B6E15C0EBCDD}"/>
              </a:ext>
            </a:extLst>
          </p:cNvPr>
          <p:cNvSpPr>
            <a:spLocks noGrp="1"/>
          </p:cNvSpPr>
          <p:nvPr>
            <p:ph type="sldNum" sz="quarter" idx="12"/>
          </p:nvPr>
        </p:nvSpPr>
        <p:spPr/>
        <p:txBody>
          <a:bodyPr/>
          <a:lstStyle/>
          <a:p>
            <a:r>
              <a:rPr kumimoji="1" lang="en-US" altLang="ja-JP" dirty="0"/>
              <a:t>4</a:t>
            </a:r>
            <a:endParaRPr kumimoji="1" lang="ja-JP" altLang="en-US" dirty="0"/>
          </a:p>
        </p:txBody>
      </p:sp>
    </p:spTree>
    <p:extLst>
      <p:ext uri="{BB962C8B-B14F-4D97-AF65-F5344CB8AC3E}">
        <p14:creationId xmlns:p14="http://schemas.microsoft.com/office/powerpoint/2010/main" val="4257943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6C4C89-F95F-7877-623C-1924043CF8ED}"/>
              </a:ext>
            </a:extLst>
          </p:cNvPr>
          <p:cNvSpPr>
            <a:spLocks noGrp="1"/>
          </p:cNvSpPr>
          <p:nvPr>
            <p:ph type="title"/>
          </p:nvPr>
        </p:nvSpPr>
        <p:spPr/>
        <p:txBody>
          <a:bodyPr>
            <a:normAutofit/>
          </a:bodyPr>
          <a:lstStyle/>
          <a:p>
            <a:r>
              <a:rPr kumimoji="1" lang="ja-JP" altLang="en-US" sz="5400" u="sng" dirty="0"/>
              <a:t>手法</a:t>
            </a:r>
            <a:r>
              <a:rPr kumimoji="1" lang="en-US" altLang="ja-JP" sz="5400" u="sng" dirty="0"/>
              <a:t>(</a:t>
            </a:r>
            <a:r>
              <a:rPr kumimoji="1" lang="ja-JP" altLang="en-US" sz="5400" u="sng" dirty="0"/>
              <a:t>ドライブ機構</a:t>
            </a:r>
            <a:r>
              <a:rPr kumimoji="1" lang="en-US" altLang="ja-JP" sz="5400" u="sng" dirty="0"/>
              <a:t>)</a:t>
            </a:r>
            <a:endParaRPr kumimoji="1" lang="ja-JP" altLang="en-US" sz="5400" u="sng" dirty="0"/>
          </a:p>
        </p:txBody>
      </p:sp>
      <p:sp>
        <p:nvSpPr>
          <p:cNvPr id="3" name="コンテンツ プレースホルダー 2">
            <a:extLst>
              <a:ext uri="{FF2B5EF4-FFF2-40B4-BE49-F238E27FC236}">
                <a16:creationId xmlns:a16="http://schemas.microsoft.com/office/drawing/2014/main" id="{3644222B-A80A-4304-65EE-B186DE5DE37F}"/>
              </a:ext>
            </a:extLst>
          </p:cNvPr>
          <p:cNvSpPr>
            <a:spLocks noGrp="1"/>
          </p:cNvSpPr>
          <p:nvPr>
            <p:ph idx="1"/>
          </p:nvPr>
        </p:nvSpPr>
        <p:spPr>
          <a:xfrm>
            <a:off x="838200" y="1825625"/>
            <a:ext cx="10515600" cy="4351338"/>
          </a:xfrm>
        </p:spPr>
        <p:txBody>
          <a:bodyPr/>
          <a:lstStyle/>
          <a:p>
            <a:pPr marL="0" indent="0">
              <a:buNone/>
            </a:pPr>
            <a:endParaRPr kumimoji="1" lang="en-US" altLang="ja-JP" dirty="0"/>
          </a:p>
          <a:p>
            <a:pPr marL="0" indent="0">
              <a:buNone/>
            </a:pPr>
            <a:r>
              <a:rPr kumimoji="1" lang="ja-JP" altLang="en-US" dirty="0"/>
              <a:t>　　　</a:t>
            </a:r>
            <a:r>
              <a:rPr kumimoji="1" lang="en-US" altLang="ja-JP" dirty="0"/>
              <a:t>D/W</a:t>
            </a:r>
            <a:r>
              <a:rPr kumimoji="1" lang="ja-JP" altLang="en-US" dirty="0"/>
              <a:t>　　　</a:t>
            </a:r>
            <a:endParaRPr kumimoji="1" lang="en-US" altLang="ja-JP" dirty="0"/>
          </a:p>
          <a:p>
            <a:pPr marL="0" indent="0">
              <a:buNone/>
            </a:pPr>
            <a:r>
              <a:rPr lang="ja-JP" altLang="en-US" dirty="0"/>
              <a:t>　　　 ↓</a:t>
            </a:r>
            <a:endParaRPr lang="en-US" altLang="ja-JP" dirty="0"/>
          </a:p>
          <a:p>
            <a:pPr marL="0" indent="0">
              <a:buNone/>
            </a:pPr>
            <a:r>
              <a:rPr lang="ja-JP" altLang="en-US" dirty="0"/>
              <a:t>　 </a:t>
            </a:r>
            <a:r>
              <a:rPr lang="en-US" altLang="ja-JP" dirty="0"/>
              <a:t>D</a:t>
            </a:r>
            <a:r>
              <a:rPr lang="ja-JP" altLang="en-US" dirty="0"/>
              <a:t>が</a:t>
            </a:r>
            <a:r>
              <a:rPr lang="en-US" altLang="ja-JP" dirty="0"/>
              <a:t>W</a:t>
            </a:r>
            <a:r>
              <a:rPr lang="ja-JP" altLang="en-US" dirty="0"/>
              <a:t>を切断</a:t>
            </a:r>
            <a:endParaRPr lang="en-US" altLang="ja-JP" dirty="0"/>
          </a:p>
          <a:p>
            <a:pPr marL="0" indent="0">
              <a:buNone/>
            </a:pPr>
            <a:r>
              <a:rPr lang="ja-JP" altLang="en-US" dirty="0"/>
              <a:t>　　　 ↓</a:t>
            </a:r>
            <a:endParaRPr lang="en-US" altLang="ja-JP" dirty="0"/>
          </a:p>
          <a:p>
            <a:pPr marL="0" indent="0">
              <a:buNone/>
            </a:pPr>
            <a:r>
              <a:rPr lang="ja-JP" altLang="en-US" dirty="0"/>
              <a:t>切断部を</a:t>
            </a:r>
            <a:r>
              <a:rPr lang="en-US" altLang="ja-JP" dirty="0"/>
              <a:t>D</a:t>
            </a:r>
            <a:r>
              <a:rPr lang="ja-JP" altLang="en-US" dirty="0"/>
              <a:t>で修復</a:t>
            </a:r>
            <a:endParaRPr lang="en-US" altLang="ja-JP" dirty="0"/>
          </a:p>
          <a:p>
            <a:pPr marL="0" indent="0">
              <a:buNone/>
            </a:pPr>
            <a:r>
              <a:rPr lang="ja-JP" altLang="en-US" dirty="0"/>
              <a:t>　　　 ↓</a:t>
            </a:r>
            <a:endParaRPr lang="en-US" altLang="ja-JP" dirty="0"/>
          </a:p>
          <a:p>
            <a:pPr marL="0" indent="0">
              <a:buNone/>
            </a:pPr>
            <a:r>
              <a:rPr lang="ja-JP" altLang="en-US" dirty="0"/>
              <a:t>　　　</a:t>
            </a:r>
            <a:r>
              <a:rPr lang="en-US" altLang="ja-JP" dirty="0"/>
              <a:t>D/D</a:t>
            </a:r>
          </a:p>
        </p:txBody>
      </p:sp>
      <p:sp>
        <p:nvSpPr>
          <p:cNvPr id="4" name="スライド番号プレースホルダー 3">
            <a:extLst>
              <a:ext uri="{FF2B5EF4-FFF2-40B4-BE49-F238E27FC236}">
                <a16:creationId xmlns:a16="http://schemas.microsoft.com/office/drawing/2014/main" id="{132CD413-CDA5-C1A6-BD75-4F7E15A2084F}"/>
              </a:ext>
            </a:extLst>
          </p:cNvPr>
          <p:cNvSpPr>
            <a:spLocks noGrp="1"/>
          </p:cNvSpPr>
          <p:nvPr>
            <p:ph type="sldNum" sz="quarter" idx="12"/>
          </p:nvPr>
        </p:nvSpPr>
        <p:spPr/>
        <p:txBody>
          <a:bodyPr/>
          <a:lstStyle/>
          <a:p>
            <a:r>
              <a:rPr kumimoji="1" lang="en-US" altLang="ja-JP" dirty="0"/>
              <a:t>5</a:t>
            </a:r>
            <a:endParaRPr kumimoji="1" lang="ja-JP" altLang="en-US" dirty="0"/>
          </a:p>
        </p:txBody>
      </p:sp>
      <p:pic>
        <p:nvPicPr>
          <p:cNvPr id="6" name="図 5">
            <a:extLst>
              <a:ext uri="{FF2B5EF4-FFF2-40B4-BE49-F238E27FC236}">
                <a16:creationId xmlns:a16="http://schemas.microsoft.com/office/drawing/2014/main" id="{EBE6E111-1299-EC83-2926-F017610F0E35}"/>
              </a:ext>
            </a:extLst>
          </p:cNvPr>
          <p:cNvPicPr>
            <a:picLocks noChangeAspect="1"/>
          </p:cNvPicPr>
          <p:nvPr/>
        </p:nvPicPr>
        <p:blipFill>
          <a:blip r:embed="rId2"/>
          <a:stretch>
            <a:fillRect/>
          </a:stretch>
        </p:blipFill>
        <p:spPr>
          <a:xfrm>
            <a:off x="5765074" y="1825625"/>
            <a:ext cx="4859383" cy="4351356"/>
          </a:xfrm>
          <a:prstGeom prst="rect">
            <a:avLst/>
          </a:prstGeom>
        </p:spPr>
      </p:pic>
      <p:sp>
        <p:nvSpPr>
          <p:cNvPr id="7" name="テキスト ボックス 6">
            <a:extLst>
              <a:ext uri="{FF2B5EF4-FFF2-40B4-BE49-F238E27FC236}">
                <a16:creationId xmlns:a16="http://schemas.microsoft.com/office/drawing/2014/main" id="{D3F370BF-7296-8116-C8B6-366A8B55651A}"/>
              </a:ext>
            </a:extLst>
          </p:cNvPr>
          <p:cNvSpPr txBox="1"/>
          <p:nvPr/>
        </p:nvSpPr>
        <p:spPr>
          <a:xfrm>
            <a:off x="5765074" y="6356350"/>
            <a:ext cx="4859383" cy="253916"/>
          </a:xfrm>
          <a:prstGeom prst="rect">
            <a:avLst/>
          </a:prstGeom>
          <a:noFill/>
        </p:spPr>
        <p:txBody>
          <a:bodyPr wrap="square" rtlCol="0">
            <a:spAutoFit/>
          </a:bodyPr>
          <a:lstStyle/>
          <a:p>
            <a:r>
              <a:rPr lang="ja-JP" altLang="en-US" sz="1050" dirty="0"/>
              <a:t>図</a:t>
            </a:r>
            <a:r>
              <a:rPr lang="en-US" altLang="ja-JP" sz="1050" dirty="0"/>
              <a:t>2</a:t>
            </a:r>
            <a:r>
              <a:rPr lang="ja-JP" altLang="en-US" sz="1050" dirty="0"/>
              <a:t>：</a:t>
            </a:r>
            <a:r>
              <a:rPr lang="en-US" altLang="ja-JP" sz="1050" dirty="0"/>
              <a:t>CRISPR</a:t>
            </a:r>
            <a:r>
              <a:rPr lang="ja-JP" altLang="en-US" sz="1050" dirty="0"/>
              <a:t>遺伝子駆動は野生集団内での遺伝と拡散を担います</a:t>
            </a:r>
          </a:p>
        </p:txBody>
      </p:sp>
    </p:spTree>
    <p:extLst>
      <p:ext uri="{BB962C8B-B14F-4D97-AF65-F5344CB8AC3E}">
        <p14:creationId xmlns:p14="http://schemas.microsoft.com/office/powerpoint/2010/main" val="258567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57F90F-843C-959D-D937-591F0659873D}"/>
              </a:ext>
            </a:extLst>
          </p:cNvPr>
          <p:cNvSpPr>
            <a:spLocks noGrp="1"/>
          </p:cNvSpPr>
          <p:nvPr>
            <p:ph type="title"/>
          </p:nvPr>
        </p:nvSpPr>
        <p:spPr/>
        <p:txBody>
          <a:bodyPr>
            <a:normAutofit/>
          </a:bodyPr>
          <a:lstStyle/>
          <a:p>
            <a:r>
              <a:rPr kumimoji="1" lang="ja-JP" altLang="en-US" sz="5400" u="sng" dirty="0"/>
              <a:t>手法</a:t>
            </a:r>
            <a:r>
              <a:rPr kumimoji="1" lang="en-US" altLang="ja-JP" sz="5400" u="sng" dirty="0"/>
              <a:t>(</a:t>
            </a:r>
            <a:r>
              <a:rPr kumimoji="1" lang="ja-JP" altLang="en-US" sz="5400" u="sng" dirty="0"/>
              <a:t>シミュレーション</a:t>
            </a:r>
            <a:r>
              <a:rPr kumimoji="1" lang="en-US" altLang="ja-JP" sz="5400" u="sng" dirty="0"/>
              <a:t>)</a:t>
            </a:r>
            <a:endParaRPr kumimoji="1" lang="ja-JP" altLang="en-US" sz="5400" u="sng" dirty="0"/>
          </a:p>
        </p:txBody>
      </p:sp>
      <p:sp>
        <p:nvSpPr>
          <p:cNvPr id="3" name="コンテンツ プレースホルダー 2">
            <a:extLst>
              <a:ext uri="{FF2B5EF4-FFF2-40B4-BE49-F238E27FC236}">
                <a16:creationId xmlns:a16="http://schemas.microsoft.com/office/drawing/2014/main" id="{FB6C53B4-3E30-E3BB-3612-D52D40D888DC}"/>
              </a:ext>
            </a:extLst>
          </p:cNvPr>
          <p:cNvSpPr>
            <a:spLocks noGrp="1"/>
          </p:cNvSpPr>
          <p:nvPr>
            <p:ph idx="1"/>
          </p:nvPr>
        </p:nvSpPr>
        <p:spPr/>
        <p:txBody>
          <a:bodyPr/>
          <a:lstStyle/>
          <a:p>
            <a:pPr marL="0" indent="0">
              <a:buNone/>
            </a:pPr>
            <a:endParaRPr kumimoji="1" lang="en-US" altLang="ja-JP" dirty="0"/>
          </a:p>
          <a:p>
            <a:pPr marL="0" indent="0">
              <a:buNone/>
            </a:pPr>
            <a:r>
              <a:rPr lang="ja-JP" altLang="en-US" dirty="0">
                <a:highlight>
                  <a:srgbClr val="FFFF00"/>
                </a:highlight>
              </a:rPr>
              <a:t>パラメータ</a:t>
            </a:r>
            <a:r>
              <a:rPr lang="ja-JP" altLang="en-US" dirty="0"/>
              <a:t>を変化させドライブ効率を変化させる</a:t>
            </a:r>
            <a:endParaRPr lang="en-US" altLang="ja-JP" dirty="0"/>
          </a:p>
          <a:p>
            <a:pPr marL="0" indent="0">
              <a:buNone/>
            </a:pPr>
            <a:endParaRPr lang="en-US" altLang="ja-JP" dirty="0"/>
          </a:p>
          <a:p>
            <a:pPr marL="0" indent="0">
              <a:buNone/>
            </a:pPr>
            <a:r>
              <a:rPr kumimoji="1" lang="ja-JP" altLang="en-US" dirty="0"/>
              <a:t>　・ 切断成功確率 </a:t>
            </a:r>
            <a:r>
              <a:rPr kumimoji="1" lang="en-US" altLang="ja-JP" dirty="0"/>
              <a:t>(q)</a:t>
            </a:r>
          </a:p>
          <a:p>
            <a:pPr marL="0" indent="0">
              <a:buNone/>
            </a:pPr>
            <a:r>
              <a:rPr lang="ja-JP" altLang="en-US" dirty="0"/>
              <a:t>　・修復成功確率 </a:t>
            </a:r>
            <a:r>
              <a:rPr lang="en-US" altLang="ja-JP" dirty="0"/>
              <a:t>(P)</a:t>
            </a:r>
          </a:p>
          <a:p>
            <a:pPr marL="0" indent="0">
              <a:buNone/>
            </a:pPr>
            <a:r>
              <a:rPr kumimoji="1" lang="ja-JP" altLang="en-US" dirty="0"/>
              <a:t>　・適応度コスト </a:t>
            </a:r>
            <a:r>
              <a:rPr kumimoji="1" lang="en-US" altLang="ja-JP" dirty="0"/>
              <a:t>(c)</a:t>
            </a:r>
          </a:p>
          <a:p>
            <a:pPr marL="0" indent="0">
              <a:buNone/>
            </a:pPr>
            <a:r>
              <a:rPr lang="ja-JP" altLang="en-US" dirty="0"/>
              <a:t>　・初期導入個体数 </a:t>
            </a:r>
            <a:r>
              <a:rPr lang="en-US" altLang="ja-JP" dirty="0"/>
              <a:t>(n)</a:t>
            </a:r>
            <a:endParaRPr kumimoji="1" lang="ja-JP" altLang="en-US" dirty="0"/>
          </a:p>
        </p:txBody>
      </p:sp>
      <p:sp>
        <p:nvSpPr>
          <p:cNvPr id="4" name="スライド番号プレースホルダー 3">
            <a:extLst>
              <a:ext uri="{FF2B5EF4-FFF2-40B4-BE49-F238E27FC236}">
                <a16:creationId xmlns:a16="http://schemas.microsoft.com/office/drawing/2014/main" id="{06B67C45-5C19-710C-5B4A-C189C87830E5}"/>
              </a:ext>
            </a:extLst>
          </p:cNvPr>
          <p:cNvSpPr>
            <a:spLocks noGrp="1"/>
          </p:cNvSpPr>
          <p:nvPr>
            <p:ph type="sldNum" sz="quarter" idx="12"/>
          </p:nvPr>
        </p:nvSpPr>
        <p:spPr/>
        <p:txBody>
          <a:bodyPr/>
          <a:lstStyle/>
          <a:p>
            <a:r>
              <a:rPr kumimoji="1" lang="en-US" altLang="ja-JP" dirty="0"/>
              <a:t>6</a:t>
            </a:r>
            <a:endParaRPr kumimoji="1" lang="ja-JP" altLang="en-US" dirty="0"/>
          </a:p>
        </p:txBody>
      </p:sp>
    </p:spTree>
    <p:extLst>
      <p:ext uri="{BB962C8B-B14F-4D97-AF65-F5344CB8AC3E}">
        <p14:creationId xmlns:p14="http://schemas.microsoft.com/office/powerpoint/2010/main" val="2054703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04F199-5538-BC94-C54E-E922057E7FA3}"/>
              </a:ext>
            </a:extLst>
          </p:cNvPr>
          <p:cNvSpPr>
            <a:spLocks noGrp="1"/>
          </p:cNvSpPr>
          <p:nvPr>
            <p:ph type="title"/>
          </p:nvPr>
        </p:nvSpPr>
        <p:spPr/>
        <p:txBody>
          <a:bodyPr>
            <a:normAutofit/>
          </a:bodyPr>
          <a:lstStyle/>
          <a:p>
            <a:r>
              <a:rPr kumimoji="1" lang="ja-JP" altLang="en-US" sz="5400" u="sng" dirty="0"/>
              <a:t>結果</a:t>
            </a:r>
          </a:p>
        </p:txBody>
      </p:sp>
      <p:sp>
        <p:nvSpPr>
          <p:cNvPr id="3" name="コンテンツ プレースホルダー 2">
            <a:extLst>
              <a:ext uri="{FF2B5EF4-FFF2-40B4-BE49-F238E27FC236}">
                <a16:creationId xmlns:a16="http://schemas.microsoft.com/office/drawing/2014/main" id="{5469D3FB-613F-C96A-744C-6A670FF43C2D}"/>
              </a:ext>
            </a:extLst>
          </p:cNvPr>
          <p:cNvSpPr>
            <a:spLocks noGrp="1"/>
          </p:cNvSpPr>
          <p:nvPr>
            <p:ph idx="1"/>
          </p:nvPr>
        </p:nvSpPr>
        <p:spPr/>
        <p:txBody>
          <a:bodyPr/>
          <a:lstStyle/>
          <a:p>
            <a:pPr marL="0" indent="0">
              <a:buNone/>
            </a:pPr>
            <a:endParaRPr kumimoji="1" lang="en-US" altLang="ja-JP" dirty="0"/>
          </a:p>
          <a:p>
            <a:pPr marL="0" indent="0">
              <a:buNone/>
            </a:pPr>
            <a:r>
              <a:rPr lang="ja-JP" altLang="en-US" dirty="0"/>
              <a:t>① 高効率のドライブは急速に拡散</a:t>
            </a:r>
            <a:endParaRPr lang="en-US" altLang="ja-JP" dirty="0"/>
          </a:p>
          <a:p>
            <a:pPr marL="0" indent="0">
              <a:buNone/>
            </a:pPr>
            <a:r>
              <a:rPr kumimoji="1" lang="ja-JP" altLang="en-US" dirty="0"/>
              <a:t>　・少数個体でも全体に拡散</a:t>
            </a:r>
            <a:endParaRPr kumimoji="1" lang="en-US" altLang="ja-JP" dirty="0"/>
          </a:p>
          <a:p>
            <a:pPr marL="0" indent="0">
              <a:buNone/>
            </a:pPr>
            <a:r>
              <a:rPr lang="ja-JP" altLang="en-US" dirty="0"/>
              <a:t>　・通常の遺伝より拡散が異常な速度</a:t>
            </a:r>
            <a:endParaRPr lang="en-US" altLang="ja-JP" dirty="0"/>
          </a:p>
          <a:p>
            <a:pPr marL="0" indent="0">
              <a:buNone/>
            </a:pPr>
            <a:endParaRPr kumimoji="1" lang="en-US" altLang="ja-JP" dirty="0"/>
          </a:p>
          <a:p>
            <a:pPr marL="0" indent="0">
              <a:buNone/>
            </a:pPr>
            <a:r>
              <a:rPr lang="ja-JP" altLang="en-US" dirty="0"/>
              <a:t>② 抵抗遺伝子の重要性</a:t>
            </a:r>
            <a:endParaRPr lang="en-US" altLang="ja-JP" dirty="0"/>
          </a:p>
          <a:p>
            <a:pPr marL="0" indent="0">
              <a:buNone/>
            </a:pPr>
            <a:r>
              <a:rPr kumimoji="1" lang="ja-JP" altLang="en-US" dirty="0"/>
              <a:t>　・修復過程で</a:t>
            </a:r>
            <a:r>
              <a:rPr kumimoji="1" lang="en-US" altLang="ja-JP" dirty="0">
                <a:highlight>
                  <a:srgbClr val="FFFF00"/>
                </a:highlight>
              </a:rPr>
              <a:t>R</a:t>
            </a:r>
            <a:r>
              <a:rPr kumimoji="1" lang="ja-JP" altLang="en-US" dirty="0">
                <a:highlight>
                  <a:srgbClr val="FFFF00"/>
                </a:highlight>
              </a:rPr>
              <a:t>が生じる</a:t>
            </a:r>
            <a:r>
              <a:rPr kumimoji="1" lang="ja-JP" altLang="en-US" dirty="0"/>
              <a:t>可能性</a:t>
            </a:r>
            <a:endParaRPr kumimoji="1" lang="en-US" altLang="ja-JP" dirty="0"/>
          </a:p>
          <a:p>
            <a:pPr marL="0" indent="0">
              <a:buNone/>
            </a:pPr>
            <a:r>
              <a:rPr lang="ja-JP" altLang="en-US" dirty="0"/>
              <a:t>　・</a:t>
            </a:r>
            <a:r>
              <a:rPr lang="en-US" altLang="ja-JP" dirty="0"/>
              <a:t>R</a:t>
            </a:r>
            <a:r>
              <a:rPr lang="ja-JP" altLang="en-US" dirty="0"/>
              <a:t>の増加で</a:t>
            </a:r>
            <a:r>
              <a:rPr lang="en-US" altLang="ja-JP" dirty="0"/>
              <a:t>D</a:t>
            </a:r>
            <a:r>
              <a:rPr lang="ja-JP" altLang="en-US" dirty="0"/>
              <a:t>の拡散が</a:t>
            </a:r>
            <a:r>
              <a:rPr lang="ja-JP" altLang="en-US" dirty="0">
                <a:highlight>
                  <a:srgbClr val="FFFF00"/>
                </a:highlight>
              </a:rPr>
              <a:t>阻害</a:t>
            </a:r>
            <a:endParaRPr kumimoji="1" lang="ja-JP" altLang="en-US" dirty="0">
              <a:highlight>
                <a:srgbClr val="FFFF00"/>
              </a:highlight>
            </a:endParaRPr>
          </a:p>
        </p:txBody>
      </p:sp>
      <p:sp>
        <p:nvSpPr>
          <p:cNvPr id="4" name="スライド番号プレースホルダー 3">
            <a:extLst>
              <a:ext uri="{FF2B5EF4-FFF2-40B4-BE49-F238E27FC236}">
                <a16:creationId xmlns:a16="http://schemas.microsoft.com/office/drawing/2014/main" id="{4B0FDE4C-B618-870E-999A-3103D4F1D72C}"/>
              </a:ext>
            </a:extLst>
          </p:cNvPr>
          <p:cNvSpPr>
            <a:spLocks noGrp="1"/>
          </p:cNvSpPr>
          <p:nvPr>
            <p:ph type="sldNum" sz="quarter" idx="12"/>
          </p:nvPr>
        </p:nvSpPr>
        <p:spPr/>
        <p:txBody>
          <a:bodyPr/>
          <a:lstStyle/>
          <a:p>
            <a:r>
              <a:rPr kumimoji="1" lang="en-US" altLang="ja-JP" dirty="0"/>
              <a:t>7</a:t>
            </a:r>
            <a:endParaRPr kumimoji="1" lang="ja-JP" altLang="en-US" dirty="0"/>
          </a:p>
        </p:txBody>
      </p:sp>
      <p:pic>
        <p:nvPicPr>
          <p:cNvPr id="6" name="図 5">
            <a:extLst>
              <a:ext uri="{FF2B5EF4-FFF2-40B4-BE49-F238E27FC236}">
                <a16:creationId xmlns:a16="http://schemas.microsoft.com/office/drawing/2014/main" id="{F9A38F81-86A4-3CEA-C31F-A90DA48F1E09}"/>
              </a:ext>
            </a:extLst>
          </p:cNvPr>
          <p:cNvPicPr>
            <a:picLocks noChangeAspect="1"/>
          </p:cNvPicPr>
          <p:nvPr/>
        </p:nvPicPr>
        <p:blipFill>
          <a:blip r:embed="rId2"/>
          <a:stretch>
            <a:fillRect/>
          </a:stretch>
        </p:blipFill>
        <p:spPr>
          <a:xfrm>
            <a:off x="7239955" y="2029096"/>
            <a:ext cx="4191134" cy="3952065"/>
          </a:xfrm>
          <a:prstGeom prst="rect">
            <a:avLst/>
          </a:prstGeom>
        </p:spPr>
      </p:pic>
      <p:sp>
        <p:nvSpPr>
          <p:cNvPr id="7" name="テキスト ボックス 6">
            <a:extLst>
              <a:ext uri="{FF2B5EF4-FFF2-40B4-BE49-F238E27FC236}">
                <a16:creationId xmlns:a16="http://schemas.microsoft.com/office/drawing/2014/main" id="{B248B12D-F51E-9932-D774-21999E16F180}"/>
              </a:ext>
            </a:extLst>
          </p:cNvPr>
          <p:cNvSpPr txBox="1"/>
          <p:nvPr/>
        </p:nvSpPr>
        <p:spPr>
          <a:xfrm>
            <a:off x="7239955" y="6040493"/>
            <a:ext cx="3744686" cy="253916"/>
          </a:xfrm>
          <a:prstGeom prst="rect">
            <a:avLst/>
          </a:prstGeom>
          <a:noFill/>
        </p:spPr>
        <p:txBody>
          <a:bodyPr wrap="square" rtlCol="0">
            <a:spAutoFit/>
          </a:bodyPr>
          <a:lstStyle/>
          <a:p>
            <a:r>
              <a:rPr lang="ja-JP" altLang="en-US" sz="1050" dirty="0"/>
              <a:t>図</a:t>
            </a:r>
            <a:r>
              <a:rPr lang="en-US" altLang="ja-JP" sz="1050" dirty="0"/>
              <a:t>3</a:t>
            </a:r>
            <a:r>
              <a:rPr lang="ja-JP" altLang="en-US" sz="1050" dirty="0"/>
              <a:t>：モデリングフレームワークと代表シミュレーション</a:t>
            </a:r>
          </a:p>
        </p:txBody>
      </p:sp>
    </p:spTree>
    <p:extLst>
      <p:ext uri="{BB962C8B-B14F-4D97-AF65-F5344CB8AC3E}">
        <p14:creationId xmlns:p14="http://schemas.microsoft.com/office/powerpoint/2010/main" val="965787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0A7A1B-68BA-3175-B573-F0789F7AD5D9}"/>
              </a:ext>
            </a:extLst>
          </p:cNvPr>
          <p:cNvSpPr>
            <a:spLocks noGrp="1"/>
          </p:cNvSpPr>
          <p:nvPr>
            <p:ph type="title"/>
          </p:nvPr>
        </p:nvSpPr>
        <p:spPr/>
        <p:txBody>
          <a:bodyPr>
            <a:normAutofit/>
          </a:bodyPr>
          <a:lstStyle/>
          <a:p>
            <a:r>
              <a:rPr lang="ja-JP" altLang="en-US" sz="5400" u="sng" dirty="0"/>
              <a:t>結果</a:t>
            </a:r>
            <a:endParaRPr kumimoji="1" lang="ja-JP" altLang="en-US" sz="5400" u="sng" dirty="0"/>
          </a:p>
        </p:txBody>
      </p:sp>
      <p:sp>
        <p:nvSpPr>
          <p:cNvPr id="3" name="コンテンツ プレースホルダー 2">
            <a:extLst>
              <a:ext uri="{FF2B5EF4-FFF2-40B4-BE49-F238E27FC236}">
                <a16:creationId xmlns:a16="http://schemas.microsoft.com/office/drawing/2014/main" id="{D6484917-70E6-3A73-C1F2-D2070647EBCA}"/>
              </a:ext>
            </a:extLst>
          </p:cNvPr>
          <p:cNvSpPr>
            <a:spLocks noGrp="1"/>
          </p:cNvSpPr>
          <p:nvPr>
            <p:ph idx="1"/>
          </p:nvPr>
        </p:nvSpPr>
        <p:spPr/>
        <p:txBody>
          <a:bodyPr/>
          <a:lstStyle/>
          <a:p>
            <a:pPr marL="0" indent="0">
              <a:buNone/>
            </a:pPr>
            <a:endParaRPr kumimoji="1" lang="en-US" altLang="ja-JP" dirty="0"/>
          </a:p>
          <a:p>
            <a:pPr marL="0" indent="0">
              <a:buNone/>
            </a:pPr>
            <a:r>
              <a:rPr kumimoji="1" lang="ja-JP" altLang="en-US" dirty="0"/>
              <a:t>③ </a:t>
            </a:r>
            <a:r>
              <a:rPr kumimoji="1" lang="ja-JP" altLang="en-US" dirty="0">
                <a:highlight>
                  <a:srgbClr val="FFFF00"/>
                </a:highlight>
              </a:rPr>
              <a:t>適応度コスト</a:t>
            </a:r>
            <a:r>
              <a:rPr kumimoji="1" lang="ja-JP" altLang="en-US" dirty="0"/>
              <a:t>の大きさ</a:t>
            </a:r>
            <a:endParaRPr kumimoji="1" lang="en-US" altLang="ja-JP" dirty="0"/>
          </a:p>
          <a:p>
            <a:pPr marL="0" indent="0">
              <a:buNone/>
            </a:pPr>
            <a:r>
              <a:rPr lang="ja-JP" altLang="en-US" dirty="0"/>
              <a:t>　・ドライブ遺伝子であっても</a:t>
            </a:r>
            <a:endParaRPr lang="en-US" altLang="ja-JP" dirty="0"/>
          </a:p>
          <a:p>
            <a:pPr marL="0" indent="0">
              <a:buNone/>
            </a:pPr>
            <a:r>
              <a:rPr lang="ja-JP" altLang="en-US" dirty="0"/>
              <a:t>　　自然選択で</a:t>
            </a:r>
            <a:r>
              <a:rPr kumimoji="1" lang="ja-JP" altLang="en-US" dirty="0"/>
              <a:t>減少する可能性</a:t>
            </a:r>
            <a:endParaRPr kumimoji="1" lang="en-US" altLang="ja-JP" dirty="0"/>
          </a:p>
        </p:txBody>
      </p:sp>
      <p:sp>
        <p:nvSpPr>
          <p:cNvPr id="4" name="スライド番号プレースホルダー 3">
            <a:extLst>
              <a:ext uri="{FF2B5EF4-FFF2-40B4-BE49-F238E27FC236}">
                <a16:creationId xmlns:a16="http://schemas.microsoft.com/office/drawing/2014/main" id="{A9D5EEFE-5F3F-087E-FE75-F6B741E8E01A}"/>
              </a:ext>
            </a:extLst>
          </p:cNvPr>
          <p:cNvSpPr>
            <a:spLocks noGrp="1"/>
          </p:cNvSpPr>
          <p:nvPr>
            <p:ph type="sldNum" sz="quarter" idx="12"/>
          </p:nvPr>
        </p:nvSpPr>
        <p:spPr/>
        <p:txBody>
          <a:bodyPr/>
          <a:lstStyle/>
          <a:p>
            <a:r>
              <a:rPr kumimoji="1" lang="en-US" altLang="ja-JP" dirty="0"/>
              <a:t>8</a:t>
            </a:r>
            <a:endParaRPr kumimoji="1" lang="ja-JP" altLang="en-US" dirty="0"/>
          </a:p>
        </p:txBody>
      </p:sp>
      <p:pic>
        <p:nvPicPr>
          <p:cNvPr id="6" name="図 5">
            <a:extLst>
              <a:ext uri="{FF2B5EF4-FFF2-40B4-BE49-F238E27FC236}">
                <a16:creationId xmlns:a16="http://schemas.microsoft.com/office/drawing/2014/main" id="{47F4FDB6-EC1C-CD5F-A8B8-521B50331FA5}"/>
              </a:ext>
            </a:extLst>
          </p:cNvPr>
          <p:cNvPicPr>
            <a:picLocks noChangeAspect="1"/>
          </p:cNvPicPr>
          <p:nvPr/>
        </p:nvPicPr>
        <p:blipFill>
          <a:blip r:embed="rId2"/>
          <a:stretch>
            <a:fillRect/>
          </a:stretch>
        </p:blipFill>
        <p:spPr>
          <a:xfrm>
            <a:off x="6182541" y="1825625"/>
            <a:ext cx="5040125" cy="4226832"/>
          </a:xfrm>
          <a:prstGeom prst="rect">
            <a:avLst/>
          </a:prstGeom>
        </p:spPr>
      </p:pic>
      <p:sp>
        <p:nvSpPr>
          <p:cNvPr id="7" name="テキスト ボックス 6">
            <a:extLst>
              <a:ext uri="{FF2B5EF4-FFF2-40B4-BE49-F238E27FC236}">
                <a16:creationId xmlns:a16="http://schemas.microsoft.com/office/drawing/2014/main" id="{FBC04B95-E315-D7A5-A044-66DD5862BD2F}"/>
              </a:ext>
            </a:extLst>
          </p:cNvPr>
          <p:cNvSpPr txBox="1"/>
          <p:nvPr/>
        </p:nvSpPr>
        <p:spPr>
          <a:xfrm>
            <a:off x="6182541" y="6202182"/>
            <a:ext cx="5040125" cy="253916"/>
          </a:xfrm>
          <a:prstGeom prst="rect">
            <a:avLst/>
          </a:prstGeom>
          <a:noFill/>
        </p:spPr>
        <p:txBody>
          <a:bodyPr wrap="square" rtlCol="0">
            <a:spAutoFit/>
          </a:bodyPr>
          <a:lstStyle/>
          <a:p>
            <a:r>
              <a:rPr lang="ja-JP" altLang="en-US" sz="1050" dirty="0"/>
              <a:t>図</a:t>
            </a:r>
            <a:r>
              <a:rPr lang="en-US" altLang="ja-JP" sz="1050" dirty="0"/>
              <a:t>4</a:t>
            </a:r>
            <a:r>
              <a:rPr lang="ja-JP" altLang="en-US" sz="1050" dirty="0"/>
              <a:t>：既に実証されたドライブ構造物と最近提案されたものの定量的比較</a:t>
            </a:r>
          </a:p>
        </p:txBody>
      </p:sp>
    </p:spTree>
    <p:extLst>
      <p:ext uri="{BB962C8B-B14F-4D97-AF65-F5344CB8AC3E}">
        <p14:creationId xmlns:p14="http://schemas.microsoft.com/office/powerpoint/2010/main" val="2597946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EB0104-A7E5-0C82-D030-AC8380F4B2BB}"/>
              </a:ext>
            </a:extLst>
          </p:cNvPr>
          <p:cNvSpPr>
            <a:spLocks noGrp="1"/>
          </p:cNvSpPr>
          <p:nvPr>
            <p:ph type="title"/>
          </p:nvPr>
        </p:nvSpPr>
        <p:spPr/>
        <p:txBody>
          <a:bodyPr>
            <a:normAutofit/>
          </a:bodyPr>
          <a:lstStyle/>
          <a:p>
            <a:r>
              <a:rPr kumimoji="1" lang="ja-JP" altLang="en-US" sz="5400" u="sng" dirty="0"/>
              <a:t>まとめ</a:t>
            </a:r>
          </a:p>
        </p:txBody>
      </p:sp>
      <p:sp>
        <p:nvSpPr>
          <p:cNvPr id="3" name="コンテンツ プレースホルダー 2">
            <a:extLst>
              <a:ext uri="{FF2B5EF4-FFF2-40B4-BE49-F238E27FC236}">
                <a16:creationId xmlns:a16="http://schemas.microsoft.com/office/drawing/2014/main" id="{C7A83320-70AA-C171-C8BD-8C55E1A2E82A}"/>
              </a:ext>
            </a:extLst>
          </p:cNvPr>
          <p:cNvSpPr>
            <a:spLocks noGrp="1"/>
          </p:cNvSpPr>
          <p:nvPr>
            <p:ph idx="1"/>
          </p:nvPr>
        </p:nvSpPr>
        <p:spPr/>
        <p:txBody>
          <a:bodyPr/>
          <a:lstStyle/>
          <a:p>
            <a:pPr marL="0" indent="0">
              <a:buNone/>
            </a:pPr>
            <a:endParaRPr kumimoji="1" lang="en-US" altLang="ja-JP" dirty="0"/>
          </a:p>
          <a:p>
            <a:pPr marL="0" indent="0">
              <a:buNone/>
            </a:pPr>
            <a:r>
              <a:rPr lang="en-US" altLang="ja-JP" dirty="0"/>
              <a:t>CRISPR</a:t>
            </a:r>
            <a:r>
              <a:rPr lang="ja-JP" altLang="en-US" dirty="0"/>
              <a:t>遺伝子ドライブは急速に拡散される</a:t>
            </a:r>
            <a:endParaRPr lang="en-US" altLang="ja-JP" dirty="0"/>
          </a:p>
          <a:p>
            <a:pPr marL="0" indent="0">
              <a:buNone/>
            </a:pPr>
            <a:endParaRPr kumimoji="1" lang="en-US" altLang="ja-JP" dirty="0"/>
          </a:p>
          <a:p>
            <a:pPr marL="0" indent="0">
              <a:buNone/>
            </a:pPr>
            <a:r>
              <a:rPr lang="ja-JP" altLang="en-US" dirty="0"/>
              <a:t>抵抗遺伝子が拡散の大きな障害になりえる</a:t>
            </a:r>
            <a:endParaRPr lang="en-US" altLang="ja-JP" dirty="0"/>
          </a:p>
          <a:p>
            <a:pPr marL="0" indent="0">
              <a:buNone/>
            </a:pPr>
            <a:endParaRPr kumimoji="1" lang="en-US" altLang="ja-JP" dirty="0"/>
          </a:p>
          <a:p>
            <a:pPr marL="0" indent="0">
              <a:buNone/>
            </a:pPr>
            <a:r>
              <a:rPr kumimoji="1" lang="ja-JP" altLang="en-US" dirty="0"/>
              <a:t>ドライブ設計には</a:t>
            </a:r>
            <a:r>
              <a:rPr kumimoji="1" lang="ja-JP" altLang="en-US" dirty="0">
                <a:highlight>
                  <a:srgbClr val="FFFF00"/>
                </a:highlight>
              </a:rPr>
              <a:t>理論的</a:t>
            </a:r>
            <a:r>
              <a:rPr lang="ja-JP" altLang="en-US" dirty="0">
                <a:highlight>
                  <a:srgbClr val="FFFF00"/>
                </a:highlight>
              </a:rPr>
              <a:t>・実験的</a:t>
            </a:r>
            <a:r>
              <a:rPr kumimoji="1" lang="ja-JP" altLang="en-US" dirty="0">
                <a:highlight>
                  <a:srgbClr val="FFFF00"/>
                </a:highlight>
              </a:rPr>
              <a:t>検討</a:t>
            </a:r>
            <a:r>
              <a:rPr kumimoji="1" lang="ja-JP" altLang="en-US" dirty="0"/>
              <a:t>が重要である</a:t>
            </a:r>
          </a:p>
        </p:txBody>
      </p:sp>
      <p:sp>
        <p:nvSpPr>
          <p:cNvPr id="4" name="スライド番号プレースホルダー 3">
            <a:extLst>
              <a:ext uri="{FF2B5EF4-FFF2-40B4-BE49-F238E27FC236}">
                <a16:creationId xmlns:a16="http://schemas.microsoft.com/office/drawing/2014/main" id="{A07256B5-E876-C9E9-6191-43F44BDFADAE}"/>
              </a:ext>
            </a:extLst>
          </p:cNvPr>
          <p:cNvSpPr>
            <a:spLocks noGrp="1"/>
          </p:cNvSpPr>
          <p:nvPr>
            <p:ph type="sldNum" sz="quarter" idx="12"/>
          </p:nvPr>
        </p:nvSpPr>
        <p:spPr/>
        <p:txBody>
          <a:bodyPr/>
          <a:lstStyle/>
          <a:p>
            <a:r>
              <a:rPr kumimoji="1" lang="en-US" altLang="ja-JP" dirty="0"/>
              <a:t>9</a:t>
            </a:r>
            <a:endParaRPr kumimoji="1" lang="ja-JP" altLang="en-US" dirty="0"/>
          </a:p>
        </p:txBody>
      </p:sp>
    </p:spTree>
    <p:extLst>
      <p:ext uri="{BB962C8B-B14F-4D97-AF65-F5344CB8AC3E}">
        <p14:creationId xmlns:p14="http://schemas.microsoft.com/office/powerpoint/2010/main" val="59973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7BE3C8-B04C-89C4-7773-34CF90E66994}"/>
              </a:ext>
            </a:extLst>
          </p:cNvPr>
          <p:cNvSpPr>
            <a:spLocks noGrp="1"/>
          </p:cNvSpPr>
          <p:nvPr>
            <p:ph type="title"/>
          </p:nvPr>
        </p:nvSpPr>
        <p:spPr/>
        <p:txBody>
          <a:bodyPr>
            <a:normAutofit/>
          </a:bodyPr>
          <a:lstStyle/>
          <a:p>
            <a:r>
              <a:rPr kumimoji="1" lang="ja-JP" altLang="en-US" sz="5400" u="sng" dirty="0"/>
              <a:t>参考文献</a:t>
            </a:r>
          </a:p>
        </p:txBody>
      </p:sp>
      <p:sp>
        <p:nvSpPr>
          <p:cNvPr id="3" name="コンテンツ プレースホルダー 2">
            <a:extLst>
              <a:ext uri="{FF2B5EF4-FFF2-40B4-BE49-F238E27FC236}">
                <a16:creationId xmlns:a16="http://schemas.microsoft.com/office/drawing/2014/main" id="{6F523051-2670-6499-D181-EB78F6AFA9A4}"/>
              </a:ext>
            </a:extLst>
          </p:cNvPr>
          <p:cNvSpPr>
            <a:spLocks noGrp="1"/>
          </p:cNvSpPr>
          <p:nvPr>
            <p:ph idx="1"/>
          </p:nvPr>
        </p:nvSpPr>
        <p:spPr/>
        <p:txBody>
          <a:bodyPr/>
          <a:lstStyle/>
          <a:p>
            <a:pPr marL="0" indent="0">
              <a:buNone/>
            </a:pPr>
            <a:endParaRPr lang="en-US" altLang="ja-JP" dirty="0"/>
          </a:p>
          <a:p>
            <a:pPr marL="0" indent="0">
              <a:buNone/>
            </a:pPr>
            <a:r>
              <a:rPr lang="en-US" altLang="ja-JP" dirty="0"/>
              <a:t>Noble, C., Olejarz, J., Esvelt, K. M., Church, G. M., &amp; Nowak, M. A. (2017). Evolutionary dynamics of CRISPR gene drives. Science Advances, 3(4), e1601964.</a:t>
            </a:r>
          </a:p>
          <a:p>
            <a:pPr marL="0" indent="0">
              <a:buNone/>
            </a:pPr>
            <a:r>
              <a:rPr lang="en-US" altLang="ja-JP" dirty="0">
                <a:hlinkClick r:id="rId2"/>
              </a:rPr>
              <a:t>https://pmc.ncbi.nlm.nih.gov/articles/PMC5381957/</a:t>
            </a:r>
            <a:endParaRPr lang="en-US" altLang="ja-JP" dirty="0"/>
          </a:p>
        </p:txBody>
      </p:sp>
      <p:sp>
        <p:nvSpPr>
          <p:cNvPr id="4" name="スライド番号プレースホルダー 3">
            <a:extLst>
              <a:ext uri="{FF2B5EF4-FFF2-40B4-BE49-F238E27FC236}">
                <a16:creationId xmlns:a16="http://schemas.microsoft.com/office/drawing/2014/main" id="{469BE9C8-892C-A063-0673-FA4A9BD1FB2B}"/>
              </a:ext>
            </a:extLst>
          </p:cNvPr>
          <p:cNvSpPr>
            <a:spLocks noGrp="1"/>
          </p:cNvSpPr>
          <p:nvPr>
            <p:ph type="sldNum" sz="quarter" idx="12"/>
          </p:nvPr>
        </p:nvSpPr>
        <p:spPr/>
        <p:txBody>
          <a:bodyPr/>
          <a:lstStyle/>
          <a:p>
            <a:r>
              <a:rPr lang="en-US" altLang="ja-JP" dirty="0"/>
              <a:t>10</a:t>
            </a:r>
          </a:p>
        </p:txBody>
      </p:sp>
    </p:spTree>
    <p:extLst>
      <p:ext uri="{BB962C8B-B14F-4D97-AF65-F5344CB8AC3E}">
        <p14:creationId xmlns:p14="http://schemas.microsoft.com/office/powerpoint/2010/main" val="84750793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443</Words>
  <Application>Microsoft Office PowerPoint</Application>
  <PresentationFormat>ワイド画面</PresentationFormat>
  <Paragraphs>89</Paragraphs>
  <Slides>11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CRISPR遺伝子ドライブの 進化的動態</vt:lpstr>
      <vt:lpstr>研究背景</vt:lpstr>
      <vt:lpstr>遺伝子ドライブ</vt:lpstr>
      <vt:lpstr>研究目的</vt:lpstr>
      <vt:lpstr>手法(モデル化)</vt:lpstr>
      <vt:lpstr>手法(ドライブ機構)</vt:lpstr>
      <vt:lpstr>手法(シミュレーション)</vt:lpstr>
      <vt:lpstr>結果</vt:lpstr>
      <vt:lpstr>結果</vt:lpstr>
      <vt:lpstr>まとめ</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蒼太 石田</dc:creator>
  <cp:lastModifiedBy>蒼太 石田</cp:lastModifiedBy>
  <cp:revision>1</cp:revision>
  <dcterms:created xsi:type="dcterms:W3CDTF">2026-06-01T04:59:13Z</dcterms:created>
  <dcterms:modified xsi:type="dcterms:W3CDTF">2026-06-01T13:24:12Z</dcterms:modified>
</cp:coreProperties>
</file>